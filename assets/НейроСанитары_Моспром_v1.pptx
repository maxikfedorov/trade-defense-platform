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theme/theme3.xml" ContentType="application/vnd.openxmlformats-officedocument.theme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  <p:sldMasterId id="2147483692" r:id="rId2"/>
    <p:sldMasterId id="2147483695" r:id="rId3"/>
    <p:sldMasterId id="2147483727" r:id="rId4"/>
  </p:sldMasterIdLst>
  <p:notesMasterIdLst>
    <p:notesMasterId r:id="rId16"/>
  </p:notesMasterIdLst>
  <p:handoutMasterIdLst>
    <p:handoutMasterId r:id="rId17"/>
  </p:handoutMasterIdLst>
  <p:sldIdLst>
    <p:sldId id="256" r:id="rId5"/>
    <p:sldId id="259" r:id="rId6"/>
    <p:sldId id="257" r:id="rId7"/>
    <p:sldId id="258" r:id="rId8"/>
    <p:sldId id="260" r:id="rId9"/>
    <p:sldId id="262" r:id="rId10"/>
    <p:sldId id="261" r:id="rId11"/>
    <p:sldId id="266" r:id="rId12"/>
    <p:sldId id="263" r:id="rId13"/>
    <p:sldId id="264" r:id="rId14"/>
    <p:sldId id="265" r:id="rId1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279" userDrawn="1">
          <p15:clr>
            <a:srgbClr val="A4A3A4"/>
          </p15:clr>
        </p15:guide>
        <p15:guide id="2" pos="7355" userDrawn="1">
          <p15:clr>
            <a:srgbClr val="A4A3A4"/>
          </p15:clr>
        </p15:guide>
        <p15:guide id="3" orient="horz" pos="4042" userDrawn="1">
          <p15:clr>
            <a:srgbClr val="A4A3A4"/>
          </p15:clr>
        </p15:guide>
        <p15:guide id="4" orient="horz" pos="30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Светлый стиль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6" d="100"/>
          <a:sy n="86" d="100"/>
        </p:scale>
        <p:origin x="2396" y="72"/>
      </p:cViewPr>
      <p:guideLst>
        <p:guide pos="279"/>
        <p:guide pos="7355"/>
        <p:guide orient="horz" pos="4042"/>
        <p:guide orient="horz" pos="30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9ACAF943-4519-4FAC-8DEF-5CEF91A2D5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1BD2D3A1-3375-4F77-841E-4EDE2645AE1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CD11A4-91AC-47E4-9A91-FD9F0774E84C}" type="datetimeFigureOut">
              <a:rPr lang="ru-RU" smtClean="0"/>
              <a:t>19.10.2025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7F18D09-F59D-46FA-9778-7E3B79BBACE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D0F6876-F8BF-435B-8F67-5C25A0CE7B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4D8DCA-E432-4C86-ADB4-0881EAA74BC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787454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3C7588-F80E-4345-B56B-3DD2E0B8D2A0}" type="datetimeFigureOut">
              <a:rPr lang="ru-RU" smtClean="0"/>
              <a:t>19.10.2025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770C6F-EC83-4C1F-9018-B98F64F129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624336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7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hyperlink" Target="https://bit.ly/3A1uf1Q" TargetMode="External"/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2.png"/><Relationship Id="rId4" Type="http://schemas.openxmlformats.org/officeDocument/2006/relationships/image" Target="../media/image3.png"/><Relationship Id="rId9" Type="http://schemas.openxmlformats.org/officeDocument/2006/relationships/hyperlink" Target="http://bit.ly/2TtBDfr" TargetMode="Externa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5.pn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7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5.png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8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5.png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61.xml.rels><?xml version="1.0" encoding="UTF-8" standalone="yes"?>
<Relationships xmlns="http://schemas.openxmlformats.org/package/2006/relationships"><Relationship Id="rId8" Type="http://schemas.openxmlformats.org/officeDocument/2006/relationships/hyperlink" Target="https://bit.ly/3A1uf1Q" TargetMode="External"/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5.png"/><Relationship Id="rId5" Type="http://schemas.openxmlformats.org/officeDocument/2006/relationships/image" Target="../media/image2.png"/><Relationship Id="rId4" Type="http://schemas.openxmlformats.org/officeDocument/2006/relationships/image" Target="../media/image3.png"/><Relationship Id="rId9" Type="http://schemas.openxmlformats.org/officeDocument/2006/relationships/hyperlink" Target="http://bit.ly/2TtBDfr" TargetMode="External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4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1296400" y="1977067"/>
            <a:ext cx="9599200" cy="196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1296400" y="4318936"/>
            <a:ext cx="9599200" cy="562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867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9100" y="2151"/>
            <a:ext cx="12218051" cy="6862775"/>
            <a:chOff x="-21325" y="-6819"/>
            <a:chExt cx="9163538" cy="5147081"/>
          </a:xfrm>
        </p:grpSpPr>
        <p:grpSp>
          <p:nvGrpSpPr>
            <p:cNvPr id="13" name="Google Shape;13;p2"/>
            <p:cNvGrpSpPr/>
            <p:nvPr/>
          </p:nvGrpSpPr>
          <p:grpSpPr>
            <a:xfrm>
              <a:off x="2626712" y="4610687"/>
              <a:ext cx="6515501" cy="529575"/>
              <a:chOff x="2626712" y="4610687"/>
              <a:chExt cx="6515501" cy="529575"/>
            </a:xfrm>
          </p:grpSpPr>
          <p:pic>
            <p:nvPicPr>
              <p:cNvPr id="14" name="Google Shape;14;p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 rot="10800000">
                <a:off x="2626712" y="4610687"/>
                <a:ext cx="6515501" cy="52957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5" name="Google Shape;15;p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 rot="10800000">
                <a:off x="7293388" y="4840980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6" name="Google Shape;16;p2"/>
            <p:cNvGrpSpPr/>
            <p:nvPr/>
          </p:nvGrpSpPr>
          <p:grpSpPr>
            <a:xfrm>
              <a:off x="-21325" y="-6819"/>
              <a:ext cx="6523526" cy="536050"/>
              <a:chOff x="-21325" y="-6819"/>
              <a:chExt cx="6523526" cy="536050"/>
            </a:xfrm>
          </p:grpSpPr>
          <p:pic>
            <p:nvPicPr>
              <p:cNvPr id="17" name="Google Shape;17;p2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-21325" y="-6819"/>
                <a:ext cx="6523526" cy="53605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8" name="Google Shape;18;p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243800" y="239786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9" name="Google Shape;19;p2"/>
          <p:cNvGrpSpPr/>
          <p:nvPr/>
        </p:nvGrpSpPr>
        <p:grpSpPr>
          <a:xfrm>
            <a:off x="-9092" y="-9867"/>
            <a:ext cx="12210183" cy="6877733"/>
            <a:chOff x="0" y="0"/>
            <a:chExt cx="9157637" cy="5158300"/>
          </a:xfrm>
        </p:grpSpPr>
        <p:pic>
          <p:nvPicPr>
            <p:cNvPr id="20" name="Google Shape;20;p2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906088" y="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Google Shape;21;p2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0" y="390675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5583227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894968" y="1"/>
            <a:ext cx="1297033" cy="129703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" name="Google Shape;25;p3"/>
          <p:cNvGrpSpPr/>
          <p:nvPr/>
        </p:nvGrpSpPr>
        <p:grpSpPr>
          <a:xfrm>
            <a:off x="5737594" y="6156659"/>
            <a:ext cx="6461133" cy="706133"/>
            <a:chOff x="4296376" y="4610675"/>
            <a:chExt cx="4845850" cy="529600"/>
          </a:xfrm>
        </p:grpSpPr>
        <p:pic>
          <p:nvPicPr>
            <p:cNvPr id="26" name="Google Shape;26;p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10800000">
              <a:off x="4296376" y="4610675"/>
              <a:ext cx="4845850" cy="529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7" name="Google Shape;27;p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7293388" y="4840980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8" name="Google Shape;28;p3"/>
          <p:cNvSpPr txBox="1">
            <a:spLocks noGrp="1"/>
          </p:cNvSpPr>
          <p:nvPr>
            <p:ph type="title"/>
          </p:nvPr>
        </p:nvSpPr>
        <p:spPr>
          <a:xfrm>
            <a:off x="5396233" y="3212867"/>
            <a:ext cx="5844800" cy="185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5333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29" name="Google Shape;29;p3"/>
          <p:cNvSpPr txBox="1">
            <a:spLocks noGrp="1"/>
          </p:cNvSpPr>
          <p:nvPr>
            <p:ph type="title" idx="2" hasCustomPrompt="1"/>
          </p:nvPr>
        </p:nvSpPr>
        <p:spPr>
          <a:xfrm>
            <a:off x="7587033" y="1383133"/>
            <a:ext cx="1463200" cy="14632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0" name="Google Shape;30;p3"/>
          <p:cNvSpPr>
            <a:spLocks noGrp="1"/>
          </p:cNvSpPr>
          <p:nvPr>
            <p:ph type="pic" idx="3"/>
          </p:nvPr>
        </p:nvSpPr>
        <p:spPr>
          <a:xfrm>
            <a:off x="950967" y="719333"/>
            <a:ext cx="3680800" cy="54192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2332173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4"/>
          <p:cNvSpPr txBox="1">
            <a:spLocks noGrp="1"/>
          </p:cNvSpPr>
          <p:nvPr>
            <p:ph type="title"/>
          </p:nvPr>
        </p:nvSpPr>
        <p:spPr>
          <a:xfrm>
            <a:off x="950967" y="1465567"/>
            <a:ext cx="4229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grpSp>
        <p:nvGrpSpPr>
          <p:cNvPr id="34" name="Google Shape;34;p4"/>
          <p:cNvGrpSpPr/>
          <p:nvPr/>
        </p:nvGrpSpPr>
        <p:grpSpPr>
          <a:xfrm flipH="1">
            <a:off x="3493967" y="0"/>
            <a:ext cx="8698035" cy="493200"/>
            <a:chOff x="0" y="0"/>
            <a:chExt cx="6523526" cy="369900"/>
          </a:xfrm>
        </p:grpSpPr>
        <p:pic>
          <p:nvPicPr>
            <p:cNvPr id="35" name="Google Shape;35;p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" name="Google Shape;36;p4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37" name="Google Shape;37;p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5400000" flipH="1">
            <a:off x="1" y="5560984"/>
            <a:ext cx="1297033" cy="129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Google Shape;38;p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665801" y="4949401"/>
            <a:ext cx="2357335" cy="1800767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Google Shape;39;p4"/>
          <p:cNvSpPr txBox="1">
            <a:spLocks noGrp="1"/>
          </p:cNvSpPr>
          <p:nvPr>
            <p:ph type="subTitle" idx="1"/>
          </p:nvPr>
        </p:nvSpPr>
        <p:spPr>
          <a:xfrm>
            <a:off x="950967" y="3507367"/>
            <a:ext cx="4229200" cy="21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814620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Google Shape;41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5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subTitle" idx="1"/>
          </p:nvPr>
        </p:nvSpPr>
        <p:spPr>
          <a:xfrm>
            <a:off x="4738000" y="4072740"/>
            <a:ext cx="6382800" cy="120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subTitle" idx="2"/>
          </p:nvPr>
        </p:nvSpPr>
        <p:spPr>
          <a:xfrm>
            <a:off x="4738000" y="2198848"/>
            <a:ext cx="6382800" cy="120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45" name="Google Shape;45;p5"/>
          <p:cNvSpPr txBox="1">
            <a:spLocks noGrp="1"/>
          </p:cNvSpPr>
          <p:nvPr>
            <p:ph type="subTitle" idx="3"/>
          </p:nvPr>
        </p:nvSpPr>
        <p:spPr>
          <a:xfrm>
            <a:off x="2479600" y="2198848"/>
            <a:ext cx="2055200" cy="120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46" name="Google Shape;46;p5"/>
          <p:cNvSpPr txBox="1">
            <a:spLocks noGrp="1"/>
          </p:cNvSpPr>
          <p:nvPr>
            <p:ph type="subTitle" idx="4"/>
          </p:nvPr>
        </p:nvSpPr>
        <p:spPr>
          <a:xfrm>
            <a:off x="2479600" y="4072732"/>
            <a:ext cx="2055200" cy="120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grpSp>
        <p:nvGrpSpPr>
          <p:cNvPr id="47" name="Google Shape;47;p5"/>
          <p:cNvGrpSpPr/>
          <p:nvPr/>
        </p:nvGrpSpPr>
        <p:grpSpPr>
          <a:xfrm rot="10800000">
            <a:off x="3493967" y="6364633"/>
            <a:ext cx="8698035" cy="493200"/>
            <a:chOff x="0" y="0"/>
            <a:chExt cx="6523526" cy="369900"/>
          </a:xfrm>
        </p:grpSpPr>
        <p:pic>
          <p:nvPicPr>
            <p:cNvPr id="48" name="Google Shape;48;p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9" name="Google Shape;49;p5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50" name="Google Shape;50;p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" y="5560984"/>
            <a:ext cx="1297033" cy="129703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74371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6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pic>
        <p:nvPicPr>
          <p:cNvPr id="54" name="Google Shape;54;p6"/>
          <p:cNvPicPr preferRelativeResize="0"/>
          <p:nvPr/>
        </p:nvPicPr>
        <p:blipFill rotWithShape="1">
          <a:blip r:embed="rId3">
            <a:alphaModFix/>
          </a:blip>
          <a:srcRect l="31651" t="130" b="18270"/>
          <a:stretch/>
        </p:blipFill>
        <p:spPr>
          <a:xfrm rot="10800000" flipH="1">
            <a:off x="10932365" y="15167"/>
            <a:ext cx="1564435" cy="1426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0800000">
            <a:off x="-1" y="5560968"/>
            <a:ext cx="1297033" cy="129703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889901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57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950967" y="1316717"/>
            <a:ext cx="5726400" cy="141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59" name="Google Shape;59;p7"/>
          <p:cNvSpPr txBox="1">
            <a:spLocks noGrp="1"/>
          </p:cNvSpPr>
          <p:nvPr>
            <p:ph type="subTitle" idx="1"/>
          </p:nvPr>
        </p:nvSpPr>
        <p:spPr>
          <a:xfrm>
            <a:off x="950967" y="2812884"/>
            <a:ext cx="5726400" cy="333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60" name="Google Shape;60;p7"/>
          <p:cNvSpPr>
            <a:spLocks noGrp="1"/>
          </p:cNvSpPr>
          <p:nvPr>
            <p:ph type="pic" idx="2"/>
          </p:nvPr>
        </p:nvSpPr>
        <p:spPr>
          <a:xfrm>
            <a:off x="7525033" y="719333"/>
            <a:ext cx="3716000" cy="54192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  <p:pic>
        <p:nvPicPr>
          <p:cNvPr id="61" name="Google Shape;61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 flipH="1">
            <a:off x="-33" y="5560968"/>
            <a:ext cx="1297033" cy="129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7"/>
          <p:cNvPicPr preferRelativeResize="0"/>
          <p:nvPr/>
        </p:nvPicPr>
        <p:blipFill rotWithShape="1">
          <a:blip r:embed="rId4">
            <a:alphaModFix/>
          </a:blip>
          <a:srcRect t="129" b="129"/>
          <a:stretch/>
        </p:blipFill>
        <p:spPr>
          <a:xfrm rot="-5400000">
            <a:off x="10012802" y="4671672"/>
            <a:ext cx="2288927" cy="17439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3" name="Google Shape;63;p7"/>
          <p:cNvGrpSpPr/>
          <p:nvPr/>
        </p:nvGrpSpPr>
        <p:grpSpPr>
          <a:xfrm>
            <a:off x="1" y="0"/>
            <a:ext cx="7783865" cy="714733"/>
            <a:chOff x="0" y="0"/>
            <a:chExt cx="5837899" cy="536050"/>
          </a:xfrm>
        </p:grpSpPr>
        <p:pic>
          <p:nvPicPr>
            <p:cNvPr id="64" name="Google Shape;64;p7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0" y="0"/>
              <a:ext cx="5837899" cy="5360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5" name="Google Shape;65;p7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265125" y="24660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301886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8"/>
          <p:cNvSpPr txBox="1">
            <a:spLocks noGrp="1"/>
          </p:cNvSpPr>
          <p:nvPr>
            <p:ph type="title"/>
          </p:nvPr>
        </p:nvSpPr>
        <p:spPr>
          <a:xfrm>
            <a:off x="3090600" y="1742800"/>
            <a:ext cx="6010800" cy="337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pic>
        <p:nvPicPr>
          <p:cNvPr id="69" name="Google Shape;69;p8"/>
          <p:cNvPicPr preferRelativeResize="0"/>
          <p:nvPr/>
        </p:nvPicPr>
        <p:blipFill rotWithShape="1">
          <a:blip r:embed="rId3">
            <a:alphaModFix/>
          </a:blip>
          <a:srcRect b="22420"/>
          <a:stretch/>
        </p:blipFill>
        <p:spPr>
          <a:xfrm rot="5400000">
            <a:off x="-343553" y="615044"/>
            <a:ext cx="2357333" cy="1397067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0800000">
            <a:off x="10520900" y="0"/>
            <a:ext cx="1668733" cy="166873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" name="Google Shape;71;p8"/>
          <p:cNvGrpSpPr/>
          <p:nvPr/>
        </p:nvGrpSpPr>
        <p:grpSpPr>
          <a:xfrm>
            <a:off x="5175599" y="6336334"/>
            <a:ext cx="7014035" cy="517367"/>
            <a:chOff x="3881699" y="4752250"/>
            <a:chExt cx="5260526" cy="388025"/>
          </a:xfrm>
        </p:grpSpPr>
        <p:pic>
          <p:nvPicPr>
            <p:cNvPr id="72" name="Google Shape;72;p8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3881699" y="4752250"/>
              <a:ext cx="5260526" cy="388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3" name="Google Shape;73;p8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911768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41790647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9"/>
          <p:cNvSpPr txBox="1">
            <a:spLocks noGrp="1"/>
          </p:cNvSpPr>
          <p:nvPr>
            <p:ph type="title"/>
          </p:nvPr>
        </p:nvSpPr>
        <p:spPr>
          <a:xfrm>
            <a:off x="2847400" y="1585467"/>
            <a:ext cx="6497200" cy="26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77" name="Google Shape;77;p9"/>
          <p:cNvSpPr txBox="1">
            <a:spLocks noGrp="1"/>
          </p:cNvSpPr>
          <p:nvPr>
            <p:ph type="subTitle" idx="1"/>
          </p:nvPr>
        </p:nvSpPr>
        <p:spPr>
          <a:xfrm>
            <a:off x="2847400" y="4204667"/>
            <a:ext cx="6497200" cy="89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grpSp>
        <p:nvGrpSpPr>
          <p:cNvPr id="78" name="Google Shape;78;p9"/>
          <p:cNvGrpSpPr/>
          <p:nvPr/>
        </p:nvGrpSpPr>
        <p:grpSpPr>
          <a:xfrm>
            <a:off x="-1" y="2800"/>
            <a:ext cx="12192001" cy="6855184"/>
            <a:chOff x="-1" y="2100"/>
            <a:chExt cx="9144001" cy="5141388"/>
          </a:xfrm>
        </p:grpSpPr>
        <p:pic>
          <p:nvPicPr>
            <p:cNvPr id="79" name="Google Shape;79;p9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5400000" flipH="1">
              <a:off x="8171225" y="210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80;p9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 flipH="1">
              <a:off x="-1" y="4170713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81" name="Google Shape;81;p9"/>
          <p:cNvGrpSpPr/>
          <p:nvPr/>
        </p:nvGrpSpPr>
        <p:grpSpPr>
          <a:xfrm rot="10800000">
            <a:off x="0" y="2800"/>
            <a:ext cx="6508231" cy="487600"/>
            <a:chOff x="4261050" y="4610675"/>
            <a:chExt cx="4881173" cy="365700"/>
          </a:xfrm>
        </p:grpSpPr>
        <p:pic>
          <p:nvPicPr>
            <p:cNvPr id="82" name="Google Shape;82;p9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4261050" y="4610675"/>
              <a:ext cx="4881173" cy="365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3" name="Google Shape;83;p9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759030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7829154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0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10"/>
          <p:cNvSpPr txBox="1">
            <a:spLocks noGrp="1"/>
          </p:cNvSpPr>
          <p:nvPr>
            <p:ph type="title"/>
          </p:nvPr>
        </p:nvSpPr>
        <p:spPr>
          <a:xfrm>
            <a:off x="960000" y="5352600"/>
            <a:ext cx="10272000" cy="7636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511989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1"/>
          <p:cNvSpPr txBox="1">
            <a:spLocks noGrp="1"/>
          </p:cNvSpPr>
          <p:nvPr>
            <p:ph type="title" hasCustomPrompt="1"/>
          </p:nvPr>
        </p:nvSpPr>
        <p:spPr>
          <a:xfrm>
            <a:off x="3302000" y="2496600"/>
            <a:ext cx="5588000" cy="1391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9pPr>
          </a:lstStyle>
          <a:p>
            <a:r>
              <a:t>xx%</a:t>
            </a:r>
          </a:p>
        </p:txBody>
      </p:sp>
      <p:sp>
        <p:nvSpPr>
          <p:cNvPr id="90" name="Google Shape;90;p11"/>
          <p:cNvSpPr txBox="1">
            <a:spLocks noGrp="1"/>
          </p:cNvSpPr>
          <p:nvPr>
            <p:ph type="subTitle" idx="1"/>
          </p:nvPr>
        </p:nvSpPr>
        <p:spPr>
          <a:xfrm>
            <a:off x="3302000" y="3786600"/>
            <a:ext cx="5588000" cy="57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pic>
        <p:nvPicPr>
          <p:cNvPr id="91" name="Google Shape;9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227712" y="351491"/>
            <a:ext cx="2357333" cy="180076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2" name="Google Shape;92;p11"/>
          <p:cNvGrpSpPr/>
          <p:nvPr/>
        </p:nvGrpSpPr>
        <p:grpSpPr>
          <a:xfrm flipH="1">
            <a:off x="0" y="0"/>
            <a:ext cx="12192000" cy="6877733"/>
            <a:chOff x="0" y="0"/>
            <a:chExt cx="9144000" cy="5158300"/>
          </a:xfrm>
        </p:grpSpPr>
        <p:pic>
          <p:nvPicPr>
            <p:cNvPr id="93" name="Google Shape;93;p11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7892450" y="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4" name="Google Shape;94;p11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0" y="390675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95" name="Google Shape;95;p11"/>
          <p:cNvGrpSpPr/>
          <p:nvPr/>
        </p:nvGrpSpPr>
        <p:grpSpPr>
          <a:xfrm flipH="1">
            <a:off x="-6707" y="0"/>
            <a:ext cx="12198708" cy="6871867"/>
            <a:chOff x="0" y="0"/>
            <a:chExt cx="9149031" cy="5153900"/>
          </a:xfrm>
        </p:grpSpPr>
        <p:grpSp>
          <p:nvGrpSpPr>
            <p:cNvPr id="96" name="Google Shape;96;p11"/>
            <p:cNvGrpSpPr/>
            <p:nvPr/>
          </p:nvGrpSpPr>
          <p:grpSpPr>
            <a:xfrm>
              <a:off x="2633530" y="4624325"/>
              <a:ext cx="6515501" cy="529575"/>
              <a:chOff x="2633530" y="4624325"/>
              <a:chExt cx="6515501" cy="529575"/>
            </a:xfrm>
          </p:grpSpPr>
          <p:pic>
            <p:nvPicPr>
              <p:cNvPr id="97" name="Google Shape;97;p11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 rot="10800000">
                <a:off x="2633530" y="4624325"/>
                <a:ext cx="6515501" cy="52957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98" name="Google Shape;98;p11"/>
              <p:cNvPicPr preferRelativeResize="0"/>
              <p:nvPr/>
            </p:nvPicPr>
            <p:blipFill>
              <a:blip r:embed="rId7">
                <a:alphaModFix/>
              </a:blip>
              <a:stretch>
                <a:fillRect/>
              </a:stretch>
            </p:blipFill>
            <p:spPr>
              <a:xfrm rot="10800000">
                <a:off x="7300206" y="4854618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99" name="Google Shape;99;p11"/>
            <p:cNvGrpSpPr/>
            <p:nvPr/>
          </p:nvGrpSpPr>
          <p:grpSpPr>
            <a:xfrm>
              <a:off x="0" y="0"/>
              <a:ext cx="6523526" cy="536050"/>
              <a:chOff x="0" y="0"/>
              <a:chExt cx="6523526" cy="536050"/>
            </a:xfrm>
          </p:grpSpPr>
          <p:pic>
            <p:nvPicPr>
              <p:cNvPr id="100" name="Google Shape;100;p11"/>
              <p:cNvPicPr preferRelativeResize="0"/>
              <p:nvPr/>
            </p:nvPicPr>
            <p:blipFill>
              <a:blip r:embed="rId8">
                <a:alphaModFix/>
              </a:blip>
              <a:stretch>
                <a:fillRect/>
              </a:stretch>
            </p:blipFill>
            <p:spPr>
              <a:xfrm>
                <a:off x="0" y="0"/>
                <a:ext cx="6523526" cy="53605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1" name="Google Shape;101;p11"/>
              <p:cNvPicPr preferRelativeResize="0"/>
              <p:nvPr/>
            </p:nvPicPr>
            <p:blipFill>
              <a:blip r:embed="rId7">
                <a:alphaModFix/>
              </a:blip>
              <a:stretch>
                <a:fillRect/>
              </a:stretch>
            </p:blipFill>
            <p:spPr>
              <a:xfrm>
                <a:off x="265125" y="246605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  <p:extLst>
      <p:ext uri="{BB962C8B-B14F-4D97-AF65-F5344CB8AC3E}">
        <p14:creationId xmlns:p14="http://schemas.microsoft.com/office/powerpoint/2010/main" val="2979979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723001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3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06" name="Google Shape;106;p13"/>
          <p:cNvSpPr txBox="1">
            <a:spLocks noGrp="1"/>
          </p:cNvSpPr>
          <p:nvPr>
            <p:ph type="title" idx="2" hasCustomPrompt="1"/>
          </p:nvPr>
        </p:nvSpPr>
        <p:spPr>
          <a:xfrm>
            <a:off x="5012273" y="2265461"/>
            <a:ext cx="926400" cy="9264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 idx="3" hasCustomPrompt="1"/>
          </p:nvPr>
        </p:nvSpPr>
        <p:spPr>
          <a:xfrm>
            <a:off x="6253340" y="2265461"/>
            <a:ext cx="926400" cy="9264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108" name="Google Shape;108;p13"/>
          <p:cNvSpPr txBox="1">
            <a:spLocks noGrp="1"/>
          </p:cNvSpPr>
          <p:nvPr>
            <p:ph type="title" idx="4" hasCustomPrompt="1"/>
          </p:nvPr>
        </p:nvSpPr>
        <p:spPr>
          <a:xfrm>
            <a:off x="5012257" y="3709005"/>
            <a:ext cx="926400" cy="9264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109" name="Google Shape;109;p13"/>
          <p:cNvSpPr txBox="1">
            <a:spLocks noGrp="1"/>
          </p:cNvSpPr>
          <p:nvPr>
            <p:ph type="title" idx="5" hasCustomPrompt="1"/>
          </p:nvPr>
        </p:nvSpPr>
        <p:spPr>
          <a:xfrm>
            <a:off x="6253324" y="3709005"/>
            <a:ext cx="926400" cy="9264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110" name="Google Shape;110;p13"/>
          <p:cNvSpPr txBox="1">
            <a:spLocks noGrp="1"/>
          </p:cNvSpPr>
          <p:nvPr>
            <p:ph type="title" idx="6" hasCustomPrompt="1"/>
          </p:nvPr>
        </p:nvSpPr>
        <p:spPr>
          <a:xfrm>
            <a:off x="5012276" y="5152551"/>
            <a:ext cx="926400" cy="9264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111" name="Google Shape;111;p13"/>
          <p:cNvSpPr txBox="1">
            <a:spLocks noGrp="1"/>
          </p:cNvSpPr>
          <p:nvPr>
            <p:ph type="title" idx="7" hasCustomPrompt="1"/>
          </p:nvPr>
        </p:nvSpPr>
        <p:spPr>
          <a:xfrm>
            <a:off x="6253343" y="5152551"/>
            <a:ext cx="926400" cy="9264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112" name="Google Shape;112;p13"/>
          <p:cNvSpPr txBox="1">
            <a:spLocks noGrp="1"/>
          </p:cNvSpPr>
          <p:nvPr>
            <p:ph type="subTitle" idx="1"/>
          </p:nvPr>
        </p:nvSpPr>
        <p:spPr>
          <a:xfrm>
            <a:off x="1707467" y="2265467"/>
            <a:ext cx="3050800" cy="92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13" name="Google Shape;113;p13"/>
          <p:cNvSpPr txBox="1">
            <a:spLocks noGrp="1"/>
          </p:cNvSpPr>
          <p:nvPr>
            <p:ph type="subTitle" idx="8"/>
          </p:nvPr>
        </p:nvSpPr>
        <p:spPr>
          <a:xfrm>
            <a:off x="1707467" y="3709016"/>
            <a:ext cx="3050800" cy="92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14" name="Google Shape;114;p13"/>
          <p:cNvSpPr txBox="1">
            <a:spLocks noGrp="1"/>
          </p:cNvSpPr>
          <p:nvPr>
            <p:ph type="subTitle" idx="9"/>
          </p:nvPr>
        </p:nvSpPr>
        <p:spPr>
          <a:xfrm>
            <a:off x="1707467" y="5152564"/>
            <a:ext cx="3050800" cy="92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subTitle" idx="13"/>
          </p:nvPr>
        </p:nvSpPr>
        <p:spPr>
          <a:xfrm>
            <a:off x="7433733" y="2265461"/>
            <a:ext cx="3050800" cy="92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16" name="Google Shape;116;p13"/>
          <p:cNvSpPr txBox="1">
            <a:spLocks noGrp="1"/>
          </p:cNvSpPr>
          <p:nvPr>
            <p:ph type="subTitle" idx="14"/>
          </p:nvPr>
        </p:nvSpPr>
        <p:spPr>
          <a:xfrm>
            <a:off x="7433733" y="3709005"/>
            <a:ext cx="3050800" cy="92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17" name="Google Shape;117;p13"/>
          <p:cNvSpPr txBox="1">
            <a:spLocks noGrp="1"/>
          </p:cNvSpPr>
          <p:nvPr>
            <p:ph type="subTitle" idx="15"/>
          </p:nvPr>
        </p:nvSpPr>
        <p:spPr>
          <a:xfrm>
            <a:off x="7433733" y="5152551"/>
            <a:ext cx="3050800" cy="92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grpSp>
        <p:nvGrpSpPr>
          <p:cNvPr id="118" name="Google Shape;118;p13"/>
          <p:cNvGrpSpPr/>
          <p:nvPr/>
        </p:nvGrpSpPr>
        <p:grpSpPr>
          <a:xfrm flipH="1">
            <a:off x="3493967" y="0"/>
            <a:ext cx="8698035" cy="493200"/>
            <a:chOff x="0" y="0"/>
            <a:chExt cx="6523526" cy="369900"/>
          </a:xfrm>
        </p:grpSpPr>
        <p:pic>
          <p:nvPicPr>
            <p:cNvPr id="119" name="Google Shape;119;p1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0" name="Google Shape;120;p1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21" name="Google Shape;121;p13"/>
          <p:cNvGrpSpPr/>
          <p:nvPr/>
        </p:nvGrpSpPr>
        <p:grpSpPr>
          <a:xfrm flipH="1">
            <a:off x="0" y="0"/>
            <a:ext cx="12192000" cy="6858016"/>
            <a:chOff x="0" y="0"/>
            <a:chExt cx="9144000" cy="5143512"/>
          </a:xfrm>
        </p:grpSpPr>
        <p:pic>
          <p:nvPicPr>
            <p:cNvPr id="122" name="Google Shape;122;p1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171225" y="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3" name="Google Shape;123;p13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0" y="4170737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21463735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5113900" y="1068676"/>
            <a:ext cx="5452400" cy="14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27" name="Google Shape;127;p14"/>
          <p:cNvSpPr txBox="1">
            <a:spLocks noGrp="1"/>
          </p:cNvSpPr>
          <p:nvPr>
            <p:ph type="subTitle" idx="1"/>
          </p:nvPr>
        </p:nvSpPr>
        <p:spPr>
          <a:xfrm>
            <a:off x="5113900" y="2530900"/>
            <a:ext cx="5452400" cy="285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pic>
        <p:nvPicPr>
          <p:cNvPr id="128" name="Google Shape;128;p14"/>
          <p:cNvPicPr preferRelativeResize="0"/>
          <p:nvPr/>
        </p:nvPicPr>
        <p:blipFill rotWithShape="1">
          <a:blip r:embed="rId3">
            <a:alphaModFix/>
          </a:blip>
          <a:srcRect b="22420"/>
          <a:stretch/>
        </p:blipFill>
        <p:spPr>
          <a:xfrm rot="5400000">
            <a:off x="-343553" y="615044"/>
            <a:ext cx="2357333" cy="139706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0800000">
            <a:off x="10520900" y="0"/>
            <a:ext cx="1668733" cy="166873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0" name="Google Shape;130;p14"/>
          <p:cNvGrpSpPr/>
          <p:nvPr/>
        </p:nvGrpSpPr>
        <p:grpSpPr>
          <a:xfrm>
            <a:off x="5175599" y="6336334"/>
            <a:ext cx="7014035" cy="517367"/>
            <a:chOff x="3881699" y="4752250"/>
            <a:chExt cx="5260526" cy="388025"/>
          </a:xfrm>
        </p:grpSpPr>
        <p:pic>
          <p:nvPicPr>
            <p:cNvPr id="131" name="Google Shape;131;p14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3881699" y="4752250"/>
              <a:ext cx="5260526" cy="388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2" name="Google Shape;132;p14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911768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6950946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 and text 2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5"/>
          <p:cNvSpPr txBox="1">
            <a:spLocks noGrp="1"/>
          </p:cNvSpPr>
          <p:nvPr>
            <p:ph type="title"/>
          </p:nvPr>
        </p:nvSpPr>
        <p:spPr>
          <a:xfrm>
            <a:off x="950967" y="1316717"/>
            <a:ext cx="5726400" cy="141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36" name="Google Shape;136;p15"/>
          <p:cNvSpPr txBox="1">
            <a:spLocks noGrp="1"/>
          </p:cNvSpPr>
          <p:nvPr>
            <p:ph type="subTitle" idx="1"/>
          </p:nvPr>
        </p:nvSpPr>
        <p:spPr>
          <a:xfrm>
            <a:off x="950967" y="2812884"/>
            <a:ext cx="5726400" cy="333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 algn="ctr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37" name="Google Shape;137;p15"/>
          <p:cNvSpPr>
            <a:spLocks noGrp="1"/>
          </p:cNvSpPr>
          <p:nvPr>
            <p:ph type="pic" idx="2"/>
          </p:nvPr>
        </p:nvSpPr>
        <p:spPr>
          <a:xfrm>
            <a:off x="7525033" y="719333"/>
            <a:ext cx="3716000" cy="54192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  <p:pic>
        <p:nvPicPr>
          <p:cNvPr id="138" name="Google Shape;13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 flipH="1">
            <a:off x="-33" y="5560968"/>
            <a:ext cx="1297033" cy="129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5"/>
          <p:cNvPicPr preferRelativeResize="0"/>
          <p:nvPr/>
        </p:nvPicPr>
        <p:blipFill rotWithShape="1">
          <a:blip r:embed="rId4">
            <a:alphaModFix/>
          </a:blip>
          <a:srcRect t="129" b="129"/>
          <a:stretch/>
        </p:blipFill>
        <p:spPr>
          <a:xfrm rot="-5400000">
            <a:off x="10012802" y="4671672"/>
            <a:ext cx="2288927" cy="17439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0" name="Google Shape;140;p15"/>
          <p:cNvGrpSpPr/>
          <p:nvPr/>
        </p:nvGrpSpPr>
        <p:grpSpPr>
          <a:xfrm>
            <a:off x="1" y="0"/>
            <a:ext cx="7783865" cy="714733"/>
            <a:chOff x="0" y="0"/>
            <a:chExt cx="5837899" cy="536050"/>
          </a:xfrm>
        </p:grpSpPr>
        <p:pic>
          <p:nvPicPr>
            <p:cNvPr id="141" name="Google Shape;141;p15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0" y="0"/>
              <a:ext cx="5837899" cy="5360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2" name="Google Shape;142;p15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265125" y="24660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3" name="Google Shape;143;p15"/>
          <p:cNvSpPr txBox="1">
            <a:spLocks noGrp="1"/>
          </p:cNvSpPr>
          <p:nvPr>
            <p:ph type="subTitle" idx="3"/>
          </p:nvPr>
        </p:nvSpPr>
        <p:spPr>
          <a:xfrm>
            <a:off x="950967" y="2812900"/>
            <a:ext cx="5726400" cy="333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>
              <a:spcBef>
                <a:spcPts val="1333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0130780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 and text 1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6"/>
          <p:cNvSpPr txBox="1">
            <a:spLocks noGrp="1"/>
          </p:cNvSpPr>
          <p:nvPr>
            <p:ph type="title"/>
          </p:nvPr>
        </p:nvSpPr>
        <p:spPr>
          <a:xfrm>
            <a:off x="8001833" y="719333"/>
            <a:ext cx="3239200" cy="143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47" name="Google Shape;147;p16"/>
          <p:cNvSpPr txBox="1">
            <a:spLocks noGrp="1"/>
          </p:cNvSpPr>
          <p:nvPr>
            <p:ph type="subTitle" idx="1"/>
          </p:nvPr>
        </p:nvSpPr>
        <p:spPr>
          <a:xfrm>
            <a:off x="8001833" y="2020533"/>
            <a:ext cx="3239200" cy="16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48" name="Google Shape;148;p16"/>
          <p:cNvSpPr>
            <a:spLocks noGrp="1"/>
          </p:cNvSpPr>
          <p:nvPr>
            <p:ph type="pic" idx="2"/>
          </p:nvPr>
        </p:nvSpPr>
        <p:spPr>
          <a:xfrm>
            <a:off x="950967" y="719333"/>
            <a:ext cx="3734800" cy="54196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  <p:sp>
        <p:nvSpPr>
          <p:cNvPr id="149" name="Google Shape;149;p16"/>
          <p:cNvSpPr>
            <a:spLocks noGrp="1"/>
          </p:cNvSpPr>
          <p:nvPr>
            <p:ph type="pic" idx="3"/>
          </p:nvPr>
        </p:nvSpPr>
        <p:spPr>
          <a:xfrm>
            <a:off x="4794100" y="719333"/>
            <a:ext cx="2921600" cy="31044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  <p:sp>
        <p:nvSpPr>
          <p:cNvPr id="150" name="Google Shape;150;p16"/>
          <p:cNvSpPr>
            <a:spLocks noGrp="1"/>
          </p:cNvSpPr>
          <p:nvPr>
            <p:ph type="pic" idx="4"/>
          </p:nvPr>
        </p:nvSpPr>
        <p:spPr>
          <a:xfrm>
            <a:off x="4794100" y="3938367"/>
            <a:ext cx="6446800" cy="22004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  <p:pic>
        <p:nvPicPr>
          <p:cNvPr id="151" name="Google Shape;151;p16"/>
          <p:cNvPicPr preferRelativeResize="0"/>
          <p:nvPr/>
        </p:nvPicPr>
        <p:blipFill rotWithShape="1">
          <a:blip r:embed="rId3">
            <a:alphaModFix/>
          </a:blip>
          <a:srcRect l="73637" t="129" b="129"/>
          <a:stretch/>
        </p:blipFill>
        <p:spPr>
          <a:xfrm>
            <a:off x="13652" y="4496601"/>
            <a:ext cx="603432" cy="174393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2" name="Google Shape;152;p16"/>
          <p:cNvGrpSpPr/>
          <p:nvPr/>
        </p:nvGrpSpPr>
        <p:grpSpPr>
          <a:xfrm>
            <a:off x="-1" y="2800"/>
            <a:ext cx="12192001" cy="6855184"/>
            <a:chOff x="-1" y="2100"/>
            <a:chExt cx="9144001" cy="5141388"/>
          </a:xfrm>
        </p:grpSpPr>
        <p:pic>
          <p:nvPicPr>
            <p:cNvPr id="153" name="Google Shape;153;p1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 flipH="1">
              <a:off x="8171225" y="210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4" name="Google Shape;154;p1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5400000" flipH="1">
              <a:off x="-1" y="4170713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55" name="Google Shape;155;p16"/>
          <p:cNvGrpSpPr/>
          <p:nvPr/>
        </p:nvGrpSpPr>
        <p:grpSpPr>
          <a:xfrm>
            <a:off x="7142036" y="6336334"/>
            <a:ext cx="5047597" cy="517367"/>
            <a:chOff x="5356527" y="4752250"/>
            <a:chExt cx="3785698" cy="388025"/>
          </a:xfrm>
        </p:grpSpPr>
        <p:pic>
          <p:nvPicPr>
            <p:cNvPr id="156" name="Google Shape;156;p1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5356527" y="4752250"/>
              <a:ext cx="3785698" cy="388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7" name="Google Shape;157;p16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 rot="10800000">
              <a:off x="7293388" y="4911768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89781914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1_Title and text 2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7"/>
          <p:cNvSpPr txBox="1">
            <a:spLocks noGrp="1"/>
          </p:cNvSpPr>
          <p:nvPr>
            <p:ph type="title"/>
          </p:nvPr>
        </p:nvSpPr>
        <p:spPr>
          <a:xfrm>
            <a:off x="960000" y="853440"/>
            <a:ext cx="4313200" cy="1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61" name="Google Shape;161;p17"/>
          <p:cNvSpPr txBox="1">
            <a:spLocks noGrp="1"/>
          </p:cNvSpPr>
          <p:nvPr>
            <p:ph type="body" idx="1"/>
          </p:nvPr>
        </p:nvSpPr>
        <p:spPr>
          <a:xfrm>
            <a:off x="960000" y="2802500"/>
            <a:ext cx="4313200" cy="166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marL="1219170" lvl="1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828754" lvl="2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2438339" lvl="3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3047924" lvl="4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3657509" lvl="5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4267093" lvl="6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4876678" lvl="7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5486263" lvl="8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5836150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Title and text 3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8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grpSp>
        <p:nvGrpSpPr>
          <p:cNvPr id="165" name="Google Shape;165;p18"/>
          <p:cNvGrpSpPr/>
          <p:nvPr/>
        </p:nvGrpSpPr>
        <p:grpSpPr>
          <a:xfrm flipH="1">
            <a:off x="3493967" y="0"/>
            <a:ext cx="8698035" cy="493200"/>
            <a:chOff x="0" y="0"/>
            <a:chExt cx="6523526" cy="369900"/>
          </a:xfrm>
        </p:grpSpPr>
        <p:pic>
          <p:nvPicPr>
            <p:cNvPr id="166" name="Google Shape;166;p18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7" name="Google Shape;167;p1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68" name="Google Shape;168;p18"/>
          <p:cNvGrpSpPr/>
          <p:nvPr/>
        </p:nvGrpSpPr>
        <p:grpSpPr>
          <a:xfrm flipH="1">
            <a:off x="0" y="0"/>
            <a:ext cx="12192000" cy="6858016"/>
            <a:chOff x="0" y="0"/>
            <a:chExt cx="9144000" cy="5143512"/>
          </a:xfrm>
        </p:grpSpPr>
        <p:pic>
          <p:nvPicPr>
            <p:cNvPr id="169" name="Google Shape;169;p18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171225" y="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0" name="Google Shape;170;p18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0" y="4170737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1" name="Google Shape;171;p18"/>
          <p:cNvSpPr txBox="1">
            <a:spLocks noGrp="1"/>
          </p:cNvSpPr>
          <p:nvPr>
            <p:ph type="body" idx="1"/>
          </p:nvPr>
        </p:nvSpPr>
        <p:spPr>
          <a:xfrm>
            <a:off x="2860800" y="2802500"/>
            <a:ext cx="6470400" cy="235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marL="1219170" lvl="1" indent="-40639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828754" lvl="2" indent="-40639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2438339" lvl="3" indent="-40639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3047924" lvl="4" indent="-40639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3657509" lvl="5" indent="-40639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4267093" lvl="6" indent="-40639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4876678" lvl="7" indent="-40639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5486263" lvl="8" indent="-40639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72" name="Google Shape;172;p18"/>
          <p:cNvSpPr txBox="1">
            <a:spLocks noGrp="1"/>
          </p:cNvSpPr>
          <p:nvPr>
            <p:ph type="subTitle" idx="2"/>
          </p:nvPr>
        </p:nvSpPr>
        <p:spPr>
          <a:xfrm>
            <a:off x="2860800" y="2801533"/>
            <a:ext cx="6470400" cy="235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48221441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9"/>
          <p:cNvSpPr txBox="1">
            <a:spLocks noGrp="1"/>
          </p:cNvSpPr>
          <p:nvPr>
            <p:ph type="title"/>
          </p:nvPr>
        </p:nvSpPr>
        <p:spPr>
          <a:xfrm>
            <a:off x="960000" y="717989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76" name="Google Shape;176;p19"/>
          <p:cNvSpPr txBox="1">
            <a:spLocks noGrp="1"/>
          </p:cNvSpPr>
          <p:nvPr>
            <p:ph type="subTitle" idx="1"/>
          </p:nvPr>
        </p:nvSpPr>
        <p:spPr>
          <a:xfrm>
            <a:off x="946333" y="3515467"/>
            <a:ext cx="2967600" cy="262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77" name="Google Shape;177;p19"/>
          <p:cNvSpPr txBox="1">
            <a:spLocks noGrp="1"/>
          </p:cNvSpPr>
          <p:nvPr>
            <p:ph type="subTitle" idx="2"/>
          </p:nvPr>
        </p:nvSpPr>
        <p:spPr>
          <a:xfrm>
            <a:off x="4609884" y="3515467"/>
            <a:ext cx="2967600" cy="262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78" name="Google Shape;178;p19"/>
          <p:cNvSpPr txBox="1">
            <a:spLocks noGrp="1"/>
          </p:cNvSpPr>
          <p:nvPr>
            <p:ph type="subTitle" idx="3"/>
          </p:nvPr>
        </p:nvSpPr>
        <p:spPr>
          <a:xfrm>
            <a:off x="8273435" y="3515467"/>
            <a:ext cx="2967600" cy="262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79" name="Google Shape;179;p19"/>
          <p:cNvSpPr txBox="1">
            <a:spLocks noGrp="1"/>
          </p:cNvSpPr>
          <p:nvPr>
            <p:ph type="subTitle" idx="4"/>
          </p:nvPr>
        </p:nvSpPr>
        <p:spPr>
          <a:xfrm>
            <a:off x="946344" y="2764388"/>
            <a:ext cx="2967600" cy="94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80" name="Google Shape;180;p19"/>
          <p:cNvSpPr txBox="1">
            <a:spLocks noGrp="1"/>
          </p:cNvSpPr>
          <p:nvPr>
            <p:ph type="subTitle" idx="5"/>
          </p:nvPr>
        </p:nvSpPr>
        <p:spPr>
          <a:xfrm>
            <a:off x="4612212" y="2764388"/>
            <a:ext cx="2967600" cy="94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81" name="Google Shape;181;p19"/>
          <p:cNvSpPr txBox="1">
            <a:spLocks noGrp="1"/>
          </p:cNvSpPr>
          <p:nvPr>
            <p:ph type="subTitle" idx="6"/>
          </p:nvPr>
        </p:nvSpPr>
        <p:spPr>
          <a:xfrm>
            <a:off x="8273447" y="2764388"/>
            <a:ext cx="2967600" cy="94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pic>
        <p:nvPicPr>
          <p:cNvPr id="182" name="Google Shape;182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10894934" y="5560968"/>
            <a:ext cx="1297033" cy="129703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3" name="Google Shape;183;p19"/>
          <p:cNvGrpSpPr/>
          <p:nvPr/>
        </p:nvGrpSpPr>
        <p:grpSpPr>
          <a:xfrm flipH="1">
            <a:off x="3493967" y="0"/>
            <a:ext cx="8698035" cy="493200"/>
            <a:chOff x="0" y="0"/>
            <a:chExt cx="6523526" cy="369900"/>
          </a:xfrm>
        </p:grpSpPr>
        <p:pic>
          <p:nvPicPr>
            <p:cNvPr id="184" name="Google Shape;184;p19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19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35947991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 and four columns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0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89" name="Google Shape;189;p20"/>
          <p:cNvSpPr txBox="1">
            <a:spLocks noGrp="1"/>
          </p:cNvSpPr>
          <p:nvPr>
            <p:ph type="subTitle" idx="1"/>
          </p:nvPr>
        </p:nvSpPr>
        <p:spPr>
          <a:xfrm>
            <a:off x="960000" y="2239133"/>
            <a:ext cx="4732800" cy="161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90" name="Google Shape;190;p20"/>
          <p:cNvSpPr txBox="1">
            <a:spLocks noGrp="1"/>
          </p:cNvSpPr>
          <p:nvPr>
            <p:ph type="subTitle" idx="2"/>
          </p:nvPr>
        </p:nvSpPr>
        <p:spPr>
          <a:xfrm>
            <a:off x="6508221" y="2239133"/>
            <a:ext cx="4732800" cy="161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91" name="Google Shape;191;p20"/>
          <p:cNvSpPr txBox="1">
            <a:spLocks noGrp="1"/>
          </p:cNvSpPr>
          <p:nvPr>
            <p:ph type="subTitle" idx="3"/>
          </p:nvPr>
        </p:nvSpPr>
        <p:spPr>
          <a:xfrm>
            <a:off x="960000" y="4528267"/>
            <a:ext cx="4732800" cy="161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92" name="Google Shape;192;p20"/>
          <p:cNvSpPr txBox="1">
            <a:spLocks noGrp="1"/>
          </p:cNvSpPr>
          <p:nvPr>
            <p:ph type="subTitle" idx="4"/>
          </p:nvPr>
        </p:nvSpPr>
        <p:spPr>
          <a:xfrm>
            <a:off x="6508221" y="4528267"/>
            <a:ext cx="4732800" cy="161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93" name="Google Shape;193;p20"/>
          <p:cNvSpPr txBox="1">
            <a:spLocks noGrp="1"/>
          </p:cNvSpPr>
          <p:nvPr>
            <p:ph type="subTitle" idx="5"/>
          </p:nvPr>
        </p:nvSpPr>
        <p:spPr>
          <a:xfrm>
            <a:off x="960000" y="1906515"/>
            <a:ext cx="4732800" cy="50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94" name="Google Shape;194;p20"/>
          <p:cNvSpPr txBox="1">
            <a:spLocks noGrp="1"/>
          </p:cNvSpPr>
          <p:nvPr>
            <p:ph type="subTitle" idx="6"/>
          </p:nvPr>
        </p:nvSpPr>
        <p:spPr>
          <a:xfrm>
            <a:off x="960000" y="4195881"/>
            <a:ext cx="4732800" cy="50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95" name="Google Shape;195;p20"/>
          <p:cNvSpPr txBox="1">
            <a:spLocks noGrp="1"/>
          </p:cNvSpPr>
          <p:nvPr>
            <p:ph type="subTitle" idx="7"/>
          </p:nvPr>
        </p:nvSpPr>
        <p:spPr>
          <a:xfrm>
            <a:off x="6508169" y="1906515"/>
            <a:ext cx="4732800" cy="50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96" name="Google Shape;196;p20"/>
          <p:cNvSpPr txBox="1">
            <a:spLocks noGrp="1"/>
          </p:cNvSpPr>
          <p:nvPr>
            <p:ph type="subTitle" idx="8"/>
          </p:nvPr>
        </p:nvSpPr>
        <p:spPr>
          <a:xfrm>
            <a:off x="6508173" y="4195881"/>
            <a:ext cx="4732800" cy="50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grpSp>
        <p:nvGrpSpPr>
          <p:cNvPr id="197" name="Google Shape;197;p20"/>
          <p:cNvGrpSpPr/>
          <p:nvPr/>
        </p:nvGrpSpPr>
        <p:grpSpPr>
          <a:xfrm>
            <a:off x="-1" y="-6291"/>
            <a:ext cx="12192001" cy="6864276"/>
            <a:chOff x="-1" y="-4719"/>
            <a:chExt cx="9144001" cy="5148207"/>
          </a:xfrm>
        </p:grpSpPr>
        <p:pic>
          <p:nvPicPr>
            <p:cNvPr id="198" name="Google Shape;198;p2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5400000" flipH="1">
              <a:off x="8171225" y="-4719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9" name="Google Shape;199;p20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 flipH="1">
              <a:off x="-1" y="4170713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00" name="Google Shape;200;p20"/>
          <p:cNvGrpSpPr/>
          <p:nvPr/>
        </p:nvGrpSpPr>
        <p:grpSpPr>
          <a:xfrm rot="10800000">
            <a:off x="0" y="-6292"/>
            <a:ext cx="6508231" cy="487600"/>
            <a:chOff x="4261050" y="4610675"/>
            <a:chExt cx="4881173" cy="365700"/>
          </a:xfrm>
        </p:grpSpPr>
        <p:pic>
          <p:nvPicPr>
            <p:cNvPr id="201" name="Google Shape;201;p20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4261050" y="4610675"/>
              <a:ext cx="4881173" cy="365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2" name="Google Shape;202;p20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759030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6751196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1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206" name="Google Shape;206;p21"/>
          <p:cNvSpPr txBox="1">
            <a:spLocks noGrp="1"/>
          </p:cNvSpPr>
          <p:nvPr>
            <p:ph type="subTitle" idx="1"/>
          </p:nvPr>
        </p:nvSpPr>
        <p:spPr>
          <a:xfrm>
            <a:off x="960100" y="2243328"/>
            <a:ext cx="3150800" cy="155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207" name="Google Shape;207;p21"/>
          <p:cNvSpPr txBox="1">
            <a:spLocks noGrp="1"/>
          </p:cNvSpPr>
          <p:nvPr>
            <p:ph type="subTitle" idx="2"/>
          </p:nvPr>
        </p:nvSpPr>
        <p:spPr>
          <a:xfrm>
            <a:off x="4525173" y="2243328"/>
            <a:ext cx="3150800" cy="155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208" name="Google Shape;208;p21"/>
          <p:cNvSpPr txBox="1">
            <a:spLocks noGrp="1"/>
          </p:cNvSpPr>
          <p:nvPr>
            <p:ph type="subTitle" idx="3"/>
          </p:nvPr>
        </p:nvSpPr>
        <p:spPr>
          <a:xfrm>
            <a:off x="960100" y="4531409"/>
            <a:ext cx="3150800" cy="155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209" name="Google Shape;209;p21"/>
          <p:cNvSpPr txBox="1">
            <a:spLocks noGrp="1"/>
          </p:cNvSpPr>
          <p:nvPr>
            <p:ph type="subTitle" idx="4"/>
          </p:nvPr>
        </p:nvSpPr>
        <p:spPr>
          <a:xfrm>
            <a:off x="4525173" y="4531409"/>
            <a:ext cx="3150800" cy="155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210" name="Google Shape;210;p21"/>
          <p:cNvSpPr txBox="1">
            <a:spLocks noGrp="1"/>
          </p:cNvSpPr>
          <p:nvPr>
            <p:ph type="subTitle" idx="5"/>
          </p:nvPr>
        </p:nvSpPr>
        <p:spPr>
          <a:xfrm>
            <a:off x="8090248" y="2243328"/>
            <a:ext cx="3150800" cy="155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211" name="Google Shape;211;p21"/>
          <p:cNvSpPr txBox="1">
            <a:spLocks noGrp="1"/>
          </p:cNvSpPr>
          <p:nvPr>
            <p:ph type="subTitle" idx="6"/>
          </p:nvPr>
        </p:nvSpPr>
        <p:spPr>
          <a:xfrm>
            <a:off x="8090248" y="4531409"/>
            <a:ext cx="3150800" cy="155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212" name="Google Shape;212;p21"/>
          <p:cNvSpPr txBox="1">
            <a:spLocks noGrp="1"/>
          </p:cNvSpPr>
          <p:nvPr>
            <p:ph type="subTitle" idx="7"/>
          </p:nvPr>
        </p:nvSpPr>
        <p:spPr>
          <a:xfrm>
            <a:off x="960100" y="1901952"/>
            <a:ext cx="31508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213" name="Google Shape;213;p21"/>
          <p:cNvSpPr txBox="1">
            <a:spLocks noGrp="1"/>
          </p:cNvSpPr>
          <p:nvPr>
            <p:ph type="subTitle" idx="8"/>
          </p:nvPr>
        </p:nvSpPr>
        <p:spPr>
          <a:xfrm>
            <a:off x="4527173" y="1901952"/>
            <a:ext cx="31468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214" name="Google Shape;214;p21"/>
          <p:cNvSpPr txBox="1">
            <a:spLocks noGrp="1"/>
          </p:cNvSpPr>
          <p:nvPr>
            <p:ph type="subTitle" idx="9"/>
          </p:nvPr>
        </p:nvSpPr>
        <p:spPr>
          <a:xfrm>
            <a:off x="8090248" y="1901952"/>
            <a:ext cx="31468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215" name="Google Shape;215;p21"/>
          <p:cNvSpPr txBox="1">
            <a:spLocks noGrp="1"/>
          </p:cNvSpPr>
          <p:nvPr>
            <p:ph type="subTitle" idx="13"/>
          </p:nvPr>
        </p:nvSpPr>
        <p:spPr>
          <a:xfrm>
            <a:off x="960100" y="4194048"/>
            <a:ext cx="31508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216" name="Google Shape;216;p21"/>
          <p:cNvSpPr txBox="1">
            <a:spLocks noGrp="1"/>
          </p:cNvSpPr>
          <p:nvPr>
            <p:ph type="subTitle" idx="14"/>
          </p:nvPr>
        </p:nvSpPr>
        <p:spPr>
          <a:xfrm>
            <a:off x="4525173" y="4194055"/>
            <a:ext cx="31468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217" name="Google Shape;217;p21"/>
          <p:cNvSpPr txBox="1">
            <a:spLocks noGrp="1"/>
          </p:cNvSpPr>
          <p:nvPr>
            <p:ph type="subTitle" idx="15"/>
          </p:nvPr>
        </p:nvSpPr>
        <p:spPr>
          <a:xfrm>
            <a:off x="8090248" y="4194055"/>
            <a:ext cx="31468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pic>
        <p:nvPicPr>
          <p:cNvPr id="218" name="Google Shape;218;p21"/>
          <p:cNvPicPr preferRelativeResize="0"/>
          <p:nvPr/>
        </p:nvPicPr>
        <p:blipFill rotWithShape="1">
          <a:blip r:embed="rId3">
            <a:alphaModFix/>
          </a:blip>
          <a:srcRect l="68148" b="22414"/>
          <a:stretch/>
        </p:blipFill>
        <p:spPr>
          <a:xfrm rot="10800000">
            <a:off x="11441132" y="85835"/>
            <a:ext cx="750835" cy="13970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5400000">
            <a:off x="10894968" y="5560968"/>
            <a:ext cx="1297033" cy="129703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0848075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Numbers and text"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2"/>
          <p:cNvSpPr txBox="1">
            <a:spLocks noGrp="1"/>
          </p:cNvSpPr>
          <p:nvPr>
            <p:ph type="title" hasCustomPrompt="1"/>
          </p:nvPr>
        </p:nvSpPr>
        <p:spPr>
          <a:xfrm>
            <a:off x="4133184" y="2726839"/>
            <a:ext cx="3925600" cy="1025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5333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23" name="Google Shape;223;p22"/>
          <p:cNvSpPr txBox="1">
            <a:spLocks noGrp="1"/>
          </p:cNvSpPr>
          <p:nvPr>
            <p:ph type="subTitle" idx="1"/>
          </p:nvPr>
        </p:nvSpPr>
        <p:spPr>
          <a:xfrm>
            <a:off x="4133197" y="3650433"/>
            <a:ext cx="3925600" cy="47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224" name="Google Shape;224;p22"/>
          <p:cNvSpPr txBox="1">
            <a:spLocks noGrp="1"/>
          </p:cNvSpPr>
          <p:nvPr>
            <p:ph type="title" idx="2" hasCustomPrompt="1"/>
          </p:nvPr>
        </p:nvSpPr>
        <p:spPr>
          <a:xfrm>
            <a:off x="4133205" y="893251"/>
            <a:ext cx="3925600" cy="1025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5333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25" name="Google Shape;225;p22"/>
          <p:cNvSpPr txBox="1">
            <a:spLocks noGrp="1"/>
          </p:cNvSpPr>
          <p:nvPr>
            <p:ph type="subTitle" idx="3"/>
          </p:nvPr>
        </p:nvSpPr>
        <p:spPr>
          <a:xfrm>
            <a:off x="4133205" y="1816861"/>
            <a:ext cx="3925600" cy="47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226" name="Google Shape;226;p22"/>
          <p:cNvSpPr txBox="1">
            <a:spLocks noGrp="1"/>
          </p:cNvSpPr>
          <p:nvPr>
            <p:ph type="title" idx="4" hasCustomPrompt="1"/>
          </p:nvPr>
        </p:nvSpPr>
        <p:spPr>
          <a:xfrm>
            <a:off x="4133195" y="4560423"/>
            <a:ext cx="3925600" cy="1025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5333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27" name="Google Shape;227;p22"/>
          <p:cNvSpPr txBox="1">
            <a:spLocks noGrp="1"/>
          </p:cNvSpPr>
          <p:nvPr>
            <p:ph type="subTitle" idx="5"/>
          </p:nvPr>
        </p:nvSpPr>
        <p:spPr>
          <a:xfrm>
            <a:off x="4133208" y="5484017"/>
            <a:ext cx="3925600" cy="47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grpSp>
        <p:nvGrpSpPr>
          <p:cNvPr id="228" name="Google Shape;228;p22"/>
          <p:cNvGrpSpPr/>
          <p:nvPr/>
        </p:nvGrpSpPr>
        <p:grpSpPr>
          <a:xfrm>
            <a:off x="0" y="0"/>
            <a:ext cx="12198725" cy="6871879"/>
            <a:chOff x="0" y="0"/>
            <a:chExt cx="9149044" cy="5153909"/>
          </a:xfrm>
        </p:grpSpPr>
        <p:grpSp>
          <p:nvGrpSpPr>
            <p:cNvPr id="229" name="Google Shape;229;p22"/>
            <p:cNvGrpSpPr/>
            <p:nvPr/>
          </p:nvGrpSpPr>
          <p:grpSpPr>
            <a:xfrm>
              <a:off x="2633519" y="4796608"/>
              <a:ext cx="6515525" cy="357300"/>
              <a:chOff x="2633519" y="4796608"/>
              <a:chExt cx="6515525" cy="357300"/>
            </a:xfrm>
          </p:grpSpPr>
          <p:pic>
            <p:nvPicPr>
              <p:cNvPr id="230" name="Google Shape;230;p2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 rot="10800000">
                <a:off x="2633519" y="4796608"/>
                <a:ext cx="6515525" cy="3573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31" name="Google Shape;231;p2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 rot="10800000">
                <a:off x="7293388" y="4940768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232" name="Google Shape;232;p22"/>
            <p:cNvGrpSpPr/>
            <p:nvPr/>
          </p:nvGrpSpPr>
          <p:grpSpPr>
            <a:xfrm>
              <a:off x="0" y="0"/>
              <a:ext cx="6523526" cy="359400"/>
              <a:chOff x="0" y="0"/>
              <a:chExt cx="6523526" cy="359400"/>
            </a:xfrm>
          </p:grpSpPr>
          <p:pic>
            <p:nvPicPr>
              <p:cNvPr id="233" name="Google Shape;233;p22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0" y="0"/>
                <a:ext cx="6523526" cy="359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34" name="Google Shape;234;p2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265125" y="145205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235" name="Google Shape;235;p22"/>
          <p:cNvPicPr preferRelativeResize="0"/>
          <p:nvPr/>
        </p:nvPicPr>
        <p:blipFill rotWithShape="1">
          <a:blip r:embed="rId6">
            <a:alphaModFix/>
          </a:blip>
          <a:srcRect t="129" b="129"/>
          <a:stretch/>
        </p:blipFill>
        <p:spPr>
          <a:xfrm rot="5400000">
            <a:off x="-170898" y="4750072"/>
            <a:ext cx="2288927" cy="17439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1657882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3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grpSp>
        <p:nvGrpSpPr>
          <p:cNvPr id="239" name="Google Shape;239;p23"/>
          <p:cNvGrpSpPr/>
          <p:nvPr/>
        </p:nvGrpSpPr>
        <p:grpSpPr>
          <a:xfrm>
            <a:off x="0" y="0"/>
            <a:ext cx="8698035" cy="493200"/>
            <a:chOff x="0" y="0"/>
            <a:chExt cx="6523526" cy="369900"/>
          </a:xfrm>
        </p:grpSpPr>
        <p:pic>
          <p:nvPicPr>
            <p:cNvPr id="240" name="Google Shape;240;p2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1" name="Google Shape;241;p2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42" name="Google Shape;242;p23"/>
          <p:cNvGrpSpPr/>
          <p:nvPr/>
        </p:nvGrpSpPr>
        <p:grpSpPr>
          <a:xfrm>
            <a:off x="0" y="0"/>
            <a:ext cx="12192000" cy="6858016"/>
            <a:chOff x="0" y="0"/>
            <a:chExt cx="9144000" cy="5143512"/>
          </a:xfrm>
        </p:grpSpPr>
        <p:pic>
          <p:nvPicPr>
            <p:cNvPr id="243" name="Google Shape;243;p2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171225" y="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4" name="Google Shape;244;p23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0" y="4170737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86928874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6" name="Google Shape;246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24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pic>
        <p:nvPicPr>
          <p:cNvPr id="248" name="Google Shape;248;p24"/>
          <p:cNvPicPr preferRelativeResize="0"/>
          <p:nvPr/>
        </p:nvPicPr>
        <p:blipFill rotWithShape="1">
          <a:blip r:embed="rId3">
            <a:alphaModFix/>
          </a:blip>
          <a:srcRect l="14813" b="34262"/>
          <a:stretch/>
        </p:blipFill>
        <p:spPr>
          <a:xfrm rot="10800000">
            <a:off x="10205532" y="-54035"/>
            <a:ext cx="2008101" cy="118376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9" name="Google Shape;249;p24"/>
          <p:cNvGrpSpPr/>
          <p:nvPr/>
        </p:nvGrpSpPr>
        <p:grpSpPr>
          <a:xfrm flipH="1">
            <a:off x="0" y="0"/>
            <a:ext cx="12192000" cy="6858016"/>
            <a:chOff x="0" y="0"/>
            <a:chExt cx="9144000" cy="5143512"/>
          </a:xfrm>
        </p:grpSpPr>
        <p:pic>
          <p:nvPicPr>
            <p:cNvPr id="250" name="Google Shape;250;p24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171225" y="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1" name="Google Shape;251;p24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0" y="4170737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80708340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 only 3"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25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grpSp>
        <p:nvGrpSpPr>
          <p:cNvPr id="255" name="Google Shape;255;p25"/>
          <p:cNvGrpSpPr/>
          <p:nvPr/>
        </p:nvGrpSpPr>
        <p:grpSpPr>
          <a:xfrm flipH="1">
            <a:off x="3493967" y="0"/>
            <a:ext cx="8698035" cy="493200"/>
            <a:chOff x="0" y="0"/>
            <a:chExt cx="6523526" cy="369900"/>
          </a:xfrm>
        </p:grpSpPr>
        <p:pic>
          <p:nvPicPr>
            <p:cNvPr id="256" name="Google Shape;256;p2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7" name="Google Shape;257;p25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58" name="Google Shape;258;p25"/>
          <p:cNvPicPr preferRelativeResize="0"/>
          <p:nvPr/>
        </p:nvPicPr>
        <p:blipFill rotWithShape="1">
          <a:blip r:embed="rId5">
            <a:alphaModFix/>
          </a:blip>
          <a:srcRect r="56111" b="41941"/>
          <a:stretch/>
        </p:blipFill>
        <p:spPr>
          <a:xfrm rot="-5400000">
            <a:off x="11100051" y="5689050"/>
            <a:ext cx="1034600" cy="104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-5400000" flipH="1">
            <a:off x="1" y="5560968"/>
            <a:ext cx="1297033" cy="129703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1871563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Title only 4"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Google Shape;261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26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pic>
        <p:nvPicPr>
          <p:cNvPr id="263" name="Google Shape;263;p26"/>
          <p:cNvPicPr preferRelativeResize="0"/>
          <p:nvPr/>
        </p:nvPicPr>
        <p:blipFill rotWithShape="1">
          <a:blip r:embed="rId3">
            <a:alphaModFix/>
          </a:blip>
          <a:srcRect t="128" b="35496"/>
          <a:stretch/>
        </p:blipFill>
        <p:spPr>
          <a:xfrm>
            <a:off x="8394901" y="5725163"/>
            <a:ext cx="2288935" cy="1125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4" name="Google Shape;264;p26"/>
          <p:cNvGrpSpPr/>
          <p:nvPr/>
        </p:nvGrpSpPr>
        <p:grpSpPr>
          <a:xfrm>
            <a:off x="1" y="0"/>
            <a:ext cx="5052697" cy="479200"/>
            <a:chOff x="0" y="0"/>
            <a:chExt cx="3789523" cy="359400"/>
          </a:xfrm>
        </p:grpSpPr>
        <p:pic>
          <p:nvPicPr>
            <p:cNvPr id="265" name="Google Shape;265;p2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0" y="0"/>
              <a:ext cx="3789523" cy="359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6" name="Google Shape;266;p2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265125" y="14520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67" name="Google Shape;267;p2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10800000" flipH="1">
            <a:off x="10894968" y="5560968"/>
            <a:ext cx="1297033" cy="129703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1981477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5">
  <p:cSld name="Title only 5"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9" name="Google Shape;269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27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grpSp>
        <p:nvGrpSpPr>
          <p:cNvPr id="271" name="Google Shape;271;p27"/>
          <p:cNvGrpSpPr/>
          <p:nvPr/>
        </p:nvGrpSpPr>
        <p:grpSpPr>
          <a:xfrm rot="10800000" flipH="1">
            <a:off x="6841498" y="0"/>
            <a:ext cx="5350503" cy="479200"/>
            <a:chOff x="5129348" y="4780863"/>
            <a:chExt cx="4012877" cy="359400"/>
          </a:xfrm>
        </p:grpSpPr>
        <p:pic>
          <p:nvPicPr>
            <p:cNvPr id="272" name="Google Shape;272;p27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>
              <a:off x="5129348" y="4780863"/>
              <a:ext cx="4012877" cy="359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73" name="Google Shape;273;p27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10800000">
              <a:off x="7293388" y="4911768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74" name="Google Shape;274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-5400000">
            <a:off x="-33" y="1"/>
            <a:ext cx="1297033" cy="129703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142151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6">
  <p:cSld name="Title only 6"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276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28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grpSp>
        <p:nvGrpSpPr>
          <p:cNvPr id="278" name="Google Shape;278;p28"/>
          <p:cNvGrpSpPr/>
          <p:nvPr/>
        </p:nvGrpSpPr>
        <p:grpSpPr>
          <a:xfrm>
            <a:off x="0" y="17"/>
            <a:ext cx="12192000" cy="6857983"/>
            <a:chOff x="0" y="12"/>
            <a:chExt cx="9144000" cy="5143487"/>
          </a:xfrm>
        </p:grpSpPr>
        <p:pic>
          <p:nvPicPr>
            <p:cNvPr id="279" name="Google Shape;279;p28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-5400000" flipH="1">
              <a:off x="0" y="4170725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80" name="Google Shape;280;p2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-5400000" flipH="1">
              <a:off x="8171225" y="12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81" name="Google Shape;281;p28"/>
          <p:cNvGrpSpPr/>
          <p:nvPr/>
        </p:nvGrpSpPr>
        <p:grpSpPr>
          <a:xfrm rot="10800000">
            <a:off x="1" y="0"/>
            <a:ext cx="5350503" cy="479200"/>
            <a:chOff x="5129346" y="4780863"/>
            <a:chExt cx="4012877" cy="359400"/>
          </a:xfrm>
        </p:grpSpPr>
        <p:pic>
          <p:nvPicPr>
            <p:cNvPr id="282" name="Google Shape;282;p28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5129346" y="4780863"/>
              <a:ext cx="4012877" cy="359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83" name="Google Shape;283;p28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926068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42555339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5" name="Google Shape;285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29"/>
          <p:cNvSpPr txBox="1">
            <a:spLocks noGrp="1"/>
          </p:cNvSpPr>
          <p:nvPr>
            <p:ph type="title"/>
          </p:nvPr>
        </p:nvSpPr>
        <p:spPr>
          <a:xfrm>
            <a:off x="950969" y="720000"/>
            <a:ext cx="5535200" cy="141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5333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287" name="Google Shape;287;p29"/>
          <p:cNvSpPr txBox="1">
            <a:spLocks noGrp="1"/>
          </p:cNvSpPr>
          <p:nvPr>
            <p:ph type="subTitle" idx="1"/>
          </p:nvPr>
        </p:nvSpPr>
        <p:spPr>
          <a:xfrm>
            <a:off x="950951" y="3159133"/>
            <a:ext cx="4932400" cy="141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288" name="Google Shape;288;p29"/>
          <p:cNvSpPr>
            <a:spLocks noGrp="1"/>
          </p:cNvSpPr>
          <p:nvPr>
            <p:ph type="pic" idx="2"/>
          </p:nvPr>
        </p:nvSpPr>
        <p:spPr>
          <a:xfrm>
            <a:off x="950967" y="719400"/>
            <a:ext cx="4096800" cy="54192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  <p:grpSp>
        <p:nvGrpSpPr>
          <p:cNvPr id="289" name="Google Shape;289;p29"/>
          <p:cNvGrpSpPr/>
          <p:nvPr/>
        </p:nvGrpSpPr>
        <p:grpSpPr>
          <a:xfrm>
            <a:off x="-9088" y="1"/>
            <a:ext cx="12201269" cy="6871884"/>
            <a:chOff x="-6816" y="0"/>
            <a:chExt cx="9150952" cy="5153913"/>
          </a:xfrm>
        </p:grpSpPr>
        <p:grpSp>
          <p:nvGrpSpPr>
            <p:cNvPr id="290" name="Google Shape;290;p29"/>
            <p:cNvGrpSpPr/>
            <p:nvPr/>
          </p:nvGrpSpPr>
          <p:grpSpPr>
            <a:xfrm flipH="1">
              <a:off x="5354613" y="0"/>
              <a:ext cx="3789523" cy="359400"/>
              <a:chOff x="0" y="0"/>
              <a:chExt cx="3789523" cy="359400"/>
            </a:xfrm>
          </p:grpSpPr>
          <p:pic>
            <p:nvPicPr>
              <p:cNvPr id="291" name="Google Shape;291;p29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0" y="0"/>
                <a:ext cx="3789523" cy="359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92" name="Google Shape;292;p29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265125" y="145205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293" name="Google Shape;293;p29"/>
            <p:cNvGrpSpPr/>
            <p:nvPr/>
          </p:nvGrpSpPr>
          <p:grpSpPr>
            <a:xfrm flipH="1">
              <a:off x="-6816" y="4765888"/>
              <a:ext cx="3785698" cy="388025"/>
              <a:chOff x="5363346" y="4765888"/>
              <a:chExt cx="3785698" cy="388025"/>
            </a:xfrm>
          </p:grpSpPr>
          <p:pic>
            <p:nvPicPr>
              <p:cNvPr id="294" name="Google Shape;294;p29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 rot="10800000">
                <a:off x="5363346" y="4765888"/>
                <a:ext cx="3785698" cy="38802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95" name="Google Shape;295;p29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 rot="10800000">
                <a:off x="7300206" y="4925405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296" name="Google Shape;296;p29"/>
          <p:cNvGrpSpPr/>
          <p:nvPr/>
        </p:nvGrpSpPr>
        <p:grpSpPr>
          <a:xfrm>
            <a:off x="1" y="-15384"/>
            <a:ext cx="12191999" cy="6873367"/>
            <a:chOff x="0" y="-11538"/>
            <a:chExt cx="9143999" cy="5155025"/>
          </a:xfrm>
        </p:grpSpPr>
        <p:pic>
          <p:nvPicPr>
            <p:cNvPr id="297" name="Google Shape;297;p29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flipH="1">
              <a:off x="0" y="-11538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8" name="Google Shape;298;p29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 flipH="1">
              <a:off x="8171224" y="4170713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99" name="Google Shape;299;p29"/>
          <p:cNvSpPr txBox="1"/>
          <p:nvPr/>
        </p:nvSpPr>
        <p:spPr>
          <a:xfrm>
            <a:off x="950965" y="4723100"/>
            <a:ext cx="4567200" cy="8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333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CREDITS:</a:t>
            </a:r>
            <a:r>
              <a:rPr lang="en" sz="1333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This presentation template was created by </a:t>
            </a:r>
            <a:r>
              <a:rPr lang="en" sz="1333" b="1" u="sng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8"/>
              </a:rPr>
              <a:t>Slidesgo</a:t>
            </a:r>
            <a:r>
              <a:rPr lang="en" sz="1333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, and includes icons, infographics &amp; images by </a:t>
            </a:r>
            <a:r>
              <a:rPr lang="en" sz="1333" b="1" u="sng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333" u="sng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333" b="1" u="sng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54871265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3" name="Google Shape;303;p30"/>
          <p:cNvPicPr preferRelativeResize="0"/>
          <p:nvPr/>
        </p:nvPicPr>
        <p:blipFill rotWithShape="1">
          <a:blip r:embed="rId3">
            <a:alphaModFix/>
          </a:blip>
          <a:srcRect t="129" b="129"/>
          <a:stretch/>
        </p:blipFill>
        <p:spPr>
          <a:xfrm rot="-5400000">
            <a:off x="-193498" y="4777004"/>
            <a:ext cx="2288927" cy="1743929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541451" y="-18200"/>
            <a:ext cx="1668733" cy="166873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05" name="Google Shape;305;p30"/>
          <p:cNvGrpSpPr/>
          <p:nvPr/>
        </p:nvGrpSpPr>
        <p:grpSpPr>
          <a:xfrm>
            <a:off x="0" y="-18184"/>
            <a:ext cx="11838469" cy="6564824"/>
            <a:chOff x="0" y="-13638"/>
            <a:chExt cx="8878852" cy="4923618"/>
          </a:xfrm>
        </p:grpSpPr>
        <p:pic>
          <p:nvPicPr>
            <p:cNvPr id="306" name="Google Shape;306;p30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7293388" y="4840980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307" name="Google Shape;307;p30"/>
            <p:cNvGrpSpPr/>
            <p:nvPr/>
          </p:nvGrpSpPr>
          <p:grpSpPr>
            <a:xfrm>
              <a:off x="0" y="-13638"/>
              <a:ext cx="6523526" cy="536050"/>
              <a:chOff x="0" y="-13638"/>
              <a:chExt cx="6523526" cy="536050"/>
            </a:xfrm>
          </p:grpSpPr>
          <p:pic>
            <p:nvPicPr>
              <p:cNvPr id="308" name="Google Shape;308;p30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>
                <a:off x="0" y="-13638"/>
                <a:ext cx="6523526" cy="53605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309" name="Google Shape;309;p3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265125" y="232968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  <p:extLst>
      <p:ext uri="{BB962C8B-B14F-4D97-AF65-F5344CB8AC3E}">
        <p14:creationId xmlns:p14="http://schemas.microsoft.com/office/powerpoint/2010/main" val="254834476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3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31"/>
          <p:cNvPicPr preferRelativeResize="0"/>
          <p:nvPr/>
        </p:nvPicPr>
        <p:blipFill rotWithShape="1">
          <a:blip r:embed="rId3">
            <a:alphaModFix/>
          </a:blip>
          <a:srcRect l="73637" t="129" b="129"/>
          <a:stretch/>
        </p:blipFill>
        <p:spPr>
          <a:xfrm>
            <a:off x="11510385" y="51834"/>
            <a:ext cx="603432" cy="174393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3" name="Google Shape;313;p31"/>
          <p:cNvGrpSpPr/>
          <p:nvPr/>
        </p:nvGrpSpPr>
        <p:grpSpPr>
          <a:xfrm>
            <a:off x="-35" y="-27275"/>
            <a:ext cx="1297035" cy="6883859"/>
            <a:chOff x="-26" y="-20456"/>
            <a:chExt cx="972776" cy="5162894"/>
          </a:xfrm>
        </p:grpSpPr>
        <p:pic>
          <p:nvPicPr>
            <p:cNvPr id="314" name="Google Shape;314;p31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flipH="1">
              <a:off x="-25" y="-20456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5" name="Google Shape;315;p31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5400000" flipH="1">
              <a:off x="-26" y="4169663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16" name="Google Shape;316;p31"/>
          <p:cNvGrpSpPr/>
          <p:nvPr/>
        </p:nvGrpSpPr>
        <p:grpSpPr>
          <a:xfrm rot="10800000">
            <a:off x="7157485" y="6378800"/>
            <a:ext cx="5052697" cy="479200"/>
            <a:chOff x="-13638" y="0"/>
            <a:chExt cx="3789523" cy="359400"/>
          </a:xfrm>
        </p:grpSpPr>
        <p:pic>
          <p:nvPicPr>
            <p:cNvPr id="317" name="Google Shape;317;p31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-13638" y="0"/>
              <a:ext cx="3789523" cy="359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8" name="Google Shape;318;p31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265125" y="14520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83919576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A1D311-8527-4480-8C96-2F5FB2330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2C7D8A8-C65A-4FED-B18C-8AD0898CCD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B588B70-D06B-4EB3-AB94-B2B553362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F0B1C36-904E-4E50-9187-52CC59219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7E595D5-ADC7-41BC-A743-11191A324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ED48B-7F78-436B-A11D-1DB119AA003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428368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 preserve="1">
  <p:cSld name="Blank slide"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376174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>
  <p:cSld name="Title only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34"/>
          <p:cNvSpPr txBox="1">
            <a:spLocks noGrp="1"/>
          </p:cNvSpPr>
          <p:nvPr>
            <p:ph type="title"/>
          </p:nvPr>
        </p:nvSpPr>
        <p:spPr>
          <a:xfrm>
            <a:off x="964600" y="681367"/>
            <a:ext cx="10262800" cy="6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16184228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1296400" y="1977067"/>
            <a:ext cx="9599200" cy="196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1296400" y="4318936"/>
            <a:ext cx="9599200" cy="562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867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9100" y="2151"/>
            <a:ext cx="12218051" cy="6862775"/>
            <a:chOff x="-21325" y="-6819"/>
            <a:chExt cx="9163538" cy="5147081"/>
          </a:xfrm>
        </p:grpSpPr>
        <p:grpSp>
          <p:nvGrpSpPr>
            <p:cNvPr id="13" name="Google Shape;13;p2"/>
            <p:cNvGrpSpPr/>
            <p:nvPr/>
          </p:nvGrpSpPr>
          <p:grpSpPr>
            <a:xfrm>
              <a:off x="2626712" y="4610687"/>
              <a:ext cx="6515501" cy="529575"/>
              <a:chOff x="2626712" y="4610687"/>
              <a:chExt cx="6515501" cy="529575"/>
            </a:xfrm>
          </p:grpSpPr>
          <p:pic>
            <p:nvPicPr>
              <p:cNvPr id="14" name="Google Shape;14;p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 rot="10800000">
                <a:off x="2626712" y="4610687"/>
                <a:ext cx="6515501" cy="52957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5" name="Google Shape;15;p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 rot="10800000">
                <a:off x="7293388" y="4840980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6" name="Google Shape;16;p2"/>
            <p:cNvGrpSpPr/>
            <p:nvPr/>
          </p:nvGrpSpPr>
          <p:grpSpPr>
            <a:xfrm>
              <a:off x="-21325" y="-6819"/>
              <a:ext cx="6523526" cy="536050"/>
              <a:chOff x="-21325" y="-6819"/>
              <a:chExt cx="6523526" cy="536050"/>
            </a:xfrm>
          </p:grpSpPr>
          <p:pic>
            <p:nvPicPr>
              <p:cNvPr id="17" name="Google Shape;17;p2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-21325" y="-6819"/>
                <a:ext cx="6523526" cy="53605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8" name="Google Shape;18;p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243800" y="239786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9" name="Google Shape;19;p2"/>
          <p:cNvGrpSpPr/>
          <p:nvPr/>
        </p:nvGrpSpPr>
        <p:grpSpPr>
          <a:xfrm>
            <a:off x="-9092" y="-9867"/>
            <a:ext cx="12210183" cy="6877733"/>
            <a:chOff x="0" y="0"/>
            <a:chExt cx="9157637" cy="5158300"/>
          </a:xfrm>
        </p:grpSpPr>
        <p:pic>
          <p:nvPicPr>
            <p:cNvPr id="20" name="Google Shape;20;p2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906088" y="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Google Shape;21;p2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0" y="390675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66103214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894968" y="1"/>
            <a:ext cx="1297033" cy="129703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" name="Google Shape;25;p3"/>
          <p:cNvGrpSpPr/>
          <p:nvPr/>
        </p:nvGrpSpPr>
        <p:grpSpPr>
          <a:xfrm>
            <a:off x="5737594" y="6156659"/>
            <a:ext cx="6461133" cy="706133"/>
            <a:chOff x="4296376" y="4610675"/>
            <a:chExt cx="4845850" cy="529600"/>
          </a:xfrm>
        </p:grpSpPr>
        <p:pic>
          <p:nvPicPr>
            <p:cNvPr id="26" name="Google Shape;26;p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10800000">
              <a:off x="4296376" y="4610675"/>
              <a:ext cx="4845850" cy="529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7" name="Google Shape;27;p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7293388" y="4840980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8" name="Google Shape;28;p3"/>
          <p:cNvSpPr txBox="1">
            <a:spLocks noGrp="1"/>
          </p:cNvSpPr>
          <p:nvPr>
            <p:ph type="title"/>
          </p:nvPr>
        </p:nvSpPr>
        <p:spPr>
          <a:xfrm>
            <a:off x="5396233" y="3212867"/>
            <a:ext cx="5844800" cy="185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5333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29" name="Google Shape;29;p3"/>
          <p:cNvSpPr txBox="1">
            <a:spLocks noGrp="1"/>
          </p:cNvSpPr>
          <p:nvPr>
            <p:ph type="title" idx="2" hasCustomPrompt="1"/>
          </p:nvPr>
        </p:nvSpPr>
        <p:spPr>
          <a:xfrm>
            <a:off x="7587033" y="1383133"/>
            <a:ext cx="1463200" cy="14632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0" name="Google Shape;30;p3"/>
          <p:cNvSpPr>
            <a:spLocks noGrp="1"/>
          </p:cNvSpPr>
          <p:nvPr>
            <p:ph type="pic" idx="3"/>
          </p:nvPr>
        </p:nvSpPr>
        <p:spPr>
          <a:xfrm>
            <a:off x="950967" y="719333"/>
            <a:ext cx="3680800" cy="54192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94415090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4"/>
          <p:cNvSpPr txBox="1">
            <a:spLocks noGrp="1"/>
          </p:cNvSpPr>
          <p:nvPr>
            <p:ph type="title"/>
          </p:nvPr>
        </p:nvSpPr>
        <p:spPr>
          <a:xfrm>
            <a:off x="950967" y="1465567"/>
            <a:ext cx="4229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grpSp>
        <p:nvGrpSpPr>
          <p:cNvPr id="34" name="Google Shape;34;p4"/>
          <p:cNvGrpSpPr/>
          <p:nvPr/>
        </p:nvGrpSpPr>
        <p:grpSpPr>
          <a:xfrm flipH="1">
            <a:off x="3493967" y="0"/>
            <a:ext cx="8698035" cy="493200"/>
            <a:chOff x="0" y="0"/>
            <a:chExt cx="6523526" cy="369900"/>
          </a:xfrm>
        </p:grpSpPr>
        <p:pic>
          <p:nvPicPr>
            <p:cNvPr id="35" name="Google Shape;35;p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" name="Google Shape;36;p4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37" name="Google Shape;37;p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5400000" flipH="1">
            <a:off x="1" y="5560984"/>
            <a:ext cx="1297033" cy="129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Google Shape;38;p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665801" y="4949401"/>
            <a:ext cx="2357335" cy="1800767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Google Shape;39;p4"/>
          <p:cNvSpPr txBox="1">
            <a:spLocks noGrp="1"/>
          </p:cNvSpPr>
          <p:nvPr>
            <p:ph type="subTitle" idx="1"/>
          </p:nvPr>
        </p:nvSpPr>
        <p:spPr>
          <a:xfrm>
            <a:off x="950967" y="3507367"/>
            <a:ext cx="4229200" cy="21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8926507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Google Shape;41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5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subTitle" idx="1"/>
          </p:nvPr>
        </p:nvSpPr>
        <p:spPr>
          <a:xfrm>
            <a:off x="4738000" y="4072740"/>
            <a:ext cx="6382800" cy="120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subTitle" idx="2"/>
          </p:nvPr>
        </p:nvSpPr>
        <p:spPr>
          <a:xfrm>
            <a:off x="4738000" y="2198848"/>
            <a:ext cx="6382800" cy="120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45" name="Google Shape;45;p5"/>
          <p:cNvSpPr txBox="1">
            <a:spLocks noGrp="1"/>
          </p:cNvSpPr>
          <p:nvPr>
            <p:ph type="subTitle" idx="3"/>
          </p:nvPr>
        </p:nvSpPr>
        <p:spPr>
          <a:xfrm>
            <a:off x="2479600" y="2198848"/>
            <a:ext cx="2055200" cy="120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46" name="Google Shape;46;p5"/>
          <p:cNvSpPr txBox="1">
            <a:spLocks noGrp="1"/>
          </p:cNvSpPr>
          <p:nvPr>
            <p:ph type="subTitle" idx="4"/>
          </p:nvPr>
        </p:nvSpPr>
        <p:spPr>
          <a:xfrm>
            <a:off x="2479600" y="4072732"/>
            <a:ext cx="2055200" cy="120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grpSp>
        <p:nvGrpSpPr>
          <p:cNvPr id="47" name="Google Shape;47;p5"/>
          <p:cNvGrpSpPr/>
          <p:nvPr/>
        </p:nvGrpSpPr>
        <p:grpSpPr>
          <a:xfrm rot="10800000">
            <a:off x="3493967" y="6364633"/>
            <a:ext cx="8698035" cy="493200"/>
            <a:chOff x="0" y="0"/>
            <a:chExt cx="6523526" cy="369900"/>
          </a:xfrm>
        </p:grpSpPr>
        <p:pic>
          <p:nvPicPr>
            <p:cNvPr id="48" name="Google Shape;48;p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9" name="Google Shape;49;p5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50" name="Google Shape;50;p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" y="5560984"/>
            <a:ext cx="1297033" cy="129703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820858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6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pic>
        <p:nvPicPr>
          <p:cNvPr id="54" name="Google Shape;54;p6"/>
          <p:cNvPicPr preferRelativeResize="0"/>
          <p:nvPr/>
        </p:nvPicPr>
        <p:blipFill rotWithShape="1">
          <a:blip r:embed="rId3">
            <a:alphaModFix/>
          </a:blip>
          <a:srcRect l="31651" t="130" b="18270"/>
          <a:stretch/>
        </p:blipFill>
        <p:spPr>
          <a:xfrm rot="10800000" flipH="1">
            <a:off x="10932365" y="15167"/>
            <a:ext cx="1564435" cy="1426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0800000">
            <a:off x="-1" y="5560968"/>
            <a:ext cx="1297033" cy="129703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0211087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57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950967" y="1316717"/>
            <a:ext cx="5726400" cy="141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59" name="Google Shape;59;p7"/>
          <p:cNvSpPr txBox="1">
            <a:spLocks noGrp="1"/>
          </p:cNvSpPr>
          <p:nvPr>
            <p:ph type="subTitle" idx="1"/>
          </p:nvPr>
        </p:nvSpPr>
        <p:spPr>
          <a:xfrm>
            <a:off x="950967" y="2812884"/>
            <a:ext cx="5726400" cy="333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60" name="Google Shape;60;p7"/>
          <p:cNvSpPr>
            <a:spLocks noGrp="1"/>
          </p:cNvSpPr>
          <p:nvPr>
            <p:ph type="pic" idx="2"/>
          </p:nvPr>
        </p:nvSpPr>
        <p:spPr>
          <a:xfrm>
            <a:off x="7525033" y="719333"/>
            <a:ext cx="3716000" cy="54192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  <p:pic>
        <p:nvPicPr>
          <p:cNvPr id="61" name="Google Shape;61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 flipH="1">
            <a:off x="-33" y="5560968"/>
            <a:ext cx="1297033" cy="129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7"/>
          <p:cNvPicPr preferRelativeResize="0"/>
          <p:nvPr/>
        </p:nvPicPr>
        <p:blipFill rotWithShape="1">
          <a:blip r:embed="rId4">
            <a:alphaModFix/>
          </a:blip>
          <a:srcRect t="129" b="129"/>
          <a:stretch/>
        </p:blipFill>
        <p:spPr>
          <a:xfrm rot="-5400000">
            <a:off x="10012802" y="4671672"/>
            <a:ext cx="2288927" cy="17439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3" name="Google Shape;63;p7"/>
          <p:cNvGrpSpPr/>
          <p:nvPr/>
        </p:nvGrpSpPr>
        <p:grpSpPr>
          <a:xfrm>
            <a:off x="1" y="0"/>
            <a:ext cx="7783865" cy="714733"/>
            <a:chOff x="0" y="0"/>
            <a:chExt cx="5837899" cy="536050"/>
          </a:xfrm>
        </p:grpSpPr>
        <p:pic>
          <p:nvPicPr>
            <p:cNvPr id="64" name="Google Shape;64;p7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0" y="0"/>
              <a:ext cx="5837899" cy="5360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5" name="Google Shape;65;p7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265125" y="24660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0614701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8"/>
          <p:cNvSpPr txBox="1">
            <a:spLocks noGrp="1"/>
          </p:cNvSpPr>
          <p:nvPr>
            <p:ph type="title"/>
          </p:nvPr>
        </p:nvSpPr>
        <p:spPr>
          <a:xfrm>
            <a:off x="3090600" y="1742800"/>
            <a:ext cx="6010800" cy="337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pic>
        <p:nvPicPr>
          <p:cNvPr id="69" name="Google Shape;69;p8"/>
          <p:cNvPicPr preferRelativeResize="0"/>
          <p:nvPr/>
        </p:nvPicPr>
        <p:blipFill rotWithShape="1">
          <a:blip r:embed="rId3">
            <a:alphaModFix/>
          </a:blip>
          <a:srcRect b="22420"/>
          <a:stretch/>
        </p:blipFill>
        <p:spPr>
          <a:xfrm rot="5400000">
            <a:off x="-343553" y="615044"/>
            <a:ext cx="2357333" cy="1397067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0800000">
            <a:off x="10520900" y="0"/>
            <a:ext cx="1668733" cy="166873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" name="Google Shape;71;p8"/>
          <p:cNvGrpSpPr/>
          <p:nvPr/>
        </p:nvGrpSpPr>
        <p:grpSpPr>
          <a:xfrm>
            <a:off x="5175599" y="6336334"/>
            <a:ext cx="7014035" cy="517367"/>
            <a:chOff x="3881699" y="4752250"/>
            <a:chExt cx="5260526" cy="388025"/>
          </a:xfrm>
        </p:grpSpPr>
        <p:pic>
          <p:nvPicPr>
            <p:cNvPr id="72" name="Google Shape;72;p8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3881699" y="4752250"/>
              <a:ext cx="5260526" cy="388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3" name="Google Shape;73;p8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911768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56687336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9"/>
          <p:cNvSpPr txBox="1">
            <a:spLocks noGrp="1"/>
          </p:cNvSpPr>
          <p:nvPr>
            <p:ph type="title"/>
          </p:nvPr>
        </p:nvSpPr>
        <p:spPr>
          <a:xfrm>
            <a:off x="2847400" y="1585467"/>
            <a:ext cx="6497200" cy="26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77" name="Google Shape;77;p9"/>
          <p:cNvSpPr txBox="1">
            <a:spLocks noGrp="1"/>
          </p:cNvSpPr>
          <p:nvPr>
            <p:ph type="subTitle" idx="1"/>
          </p:nvPr>
        </p:nvSpPr>
        <p:spPr>
          <a:xfrm>
            <a:off x="2847400" y="4204667"/>
            <a:ext cx="6497200" cy="89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grpSp>
        <p:nvGrpSpPr>
          <p:cNvPr id="78" name="Google Shape;78;p9"/>
          <p:cNvGrpSpPr/>
          <p:nvPr/>
        </p:nvGrpSpPr>
        <p:grpSpPr>
          <a:xfrm>
            <a:off x="-1" y="2800"/>
            <a:ext cx="12192001" cy="6855184"/>
            <a:chOff x="-1" y="2100"/>
            <a:chExt cx="9144001" cy="5141388"/>
          </a:xfrm>
        </p:grpSpPr>
        <p:pic>
          <p:nvPicPr>
            <p:cNvPr id="79" name="Google Shape;79;p9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5400000" flipH="1">
              <a:off x="8171225" y="210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80;p9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 flipH="1">
              <a:off x="-1" y="4170713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81" name="Google Shape;81;p9"/>
          <p:cNvGrpSpPr/>
          <p:nvPr/>
        </p:nvGrpSpPr>
        <p:grpSpPr>
          <a:xfrm rot="10800000">
            <a:off x="0" y="2800"/>
            <a:ext cx="6508231" cy="487600"/>
            <a:chOff x="4261050" y="4610675"/>
            <a:chExt cx="4881173" cy="365700"/>
          </a:xfrm>
        </p:grpSpPr>
        <p:pic>
          <p:nvPicPr>
            <p:cNvPr id="82" name="Google Shape;82;p9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4261050" y="4610675"/>
              <a:ext cx="4881173" cy="365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3" name="Google Shape;83;p9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759030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346569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0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10"/>
          <p:cNvSpPr txBox="1">
            <a:spLocks noGrp="1"/>
          </p:cNvSpPr>
          <p:nvPr>
            <p:ph type="title"/>
          </p:nvPr>
        </p:nvSpPr>
        <p:spPr>
          <a:xfrm>
            <a:off x="960000" y="5352600"/>
            <a:ext cx="10272000" cy="7636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19405503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1"/>
          <p:cNvSpPr txBox="1">
            <a:spLocks noGrp="1"/>
          </p:cNvSpPr>
          <p:nvPr>
            <p:ph type="title" hasCustomPrompt="1"/>
          </p:nvPr>
        </p:nvSpPr>
        <p:spPr>
          <a:xfrm>
            <a:off x="3302000" y="2496600"/>
            <a:ext cx="5588000" cy="1391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9pPr>
          </a:lstStyle>
          <a:p>
            <a:r>
              <a:t>xx%</a:t>
            </a:r>
          </a:p>
        </p:txBody>
      </p:sp>
      <p:sp>
        <p:nvSpPr>
          <p:cNvPr id="90" name="Google Shape;90;p11"/>
          <p:cNvSpPr txBox="1">
            <a:spLocks noGrp="1"/>
          </p:cNvSpPr>
          <p:nvPr>
            <p:ph type="subTitle" idx="1"/>
          </p:nvPr>
        </p:nvSpPr>
        <p:spPr>
          <a:xfrm>
            <a:off x="3302000" y="3786600"/>
            <a:ext cx="5588000" cy="57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pic>
        <p:nvPicPr>
          <p:cNvPr id="91" name="Google Shape;9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227712" y="351491"/>
            <a:ext cx="2357333" cy="180076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2" name="Google Shape;92;p11"/>
          <p:cNvGrpSpPr/>
          <p:nvPr/>
        </p:nvGrpSpPr>
        <p:grpSpPr>
          <a:xfrm flipH="1">
            <a:off x="0" y="0"/>
            <a:ext cx="12192000" cy="6877733"/>
            <a:chOff x="0" y="0"/>
            <a:chExt cx="9144000" cy="5158300"/>
          </a:xfrm>
        </p:grpSpPr>
        <p:pic>
          <p:nvPicPr>
            <p:cNvPr id="93" name="Google Shape;93;p11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7892450" y="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4" name="Google Shape;94;p11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0" y="390675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95" name="Google Shape;95;p11"/>
          <p:cNvGrpSpPr/>
          <p:nvPr/>
        </p:nvGrpSpPr>
        <p:grpSpPr>
          <a:xfrm flipH="1">
            <a:off x="-6707" y="0"/>
            <a:ext cx="12198708" cy="6871867"/>
            <a:chOff x="0" y="0"/>
            <a:chExt cx="9149031" cy="5153900"/>
          </a:xfrm>
        </p:grpSpPr>
        <p:grpSp>
          <p:nvGrpSpPr>
            <p:cNvPr id="96" name="Google Shape;96;p11"/>
            <p:cNvGrpSpPr/>
            <p:nvPr/>
          </p:nvGrpSpPr>
          <p:grpSpPr>
            <a:xfrm>
              <a:off x="2633530" y="4624325"/>
              <a:ext cx="6515501" cy="529575"/>
              <a:chOff x="2633530" y="4624325"/>
              <a:chExt cx="6515501" cy="529575"/>
            </a:xfrm>
          </p:grpSpPr>
          <p:pic>
            <p:nvPicPr>
              <p:cNvPr id="97" name="Google Shape;97;p11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 rot="10800000">
                <a:off x="2633530" y="4624325"/>
                <a:ext cx="6515501" cy="52957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98" name="Google Shape;98;p11"/>
              <p:cNvPicPr preferRelativeResize="0"/>
              <p:nvPr/>
            </p:nvPicPr>
            <p:blipFill>
              <a:blip r:embed="rId7">
                <a:alphaModFix/>
              </a:blip>
              <a:stretch>
                <a:fillRect/>
              </a:stretch>
            </p:blipFill>
            <p:spPr>
              <a:xfrm rot="10800000">
                <a:off x="7300206" y="4854618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99" name="Google Shape;99;p11"/>
            <p:cNvGrpSpPr/>
            <p:nvPr/>
          </p:nvGrpSpPr>
          <p:grpSpPr>
            <a:xfrm>
              <a:off x="0" y="0"/>
              <a:ext cx="6523526" cy="536050"/>
              <a:chOff x="0" y="0"/>
              <a:chExt cx="6523526" cy="536050"/>
            </a:xfrm>
          </p:grpSpPr>
          <p:pic>
            <p:nvPicPr>
              <p:cNvPr id="100" name="Google Shape;100;p11"/>
              <p:cNvPicPr preferRelativeResize="0"/>
              <p:nvPr/>
            </p:nvPicPr>
            <p:blipFill>
              <a:blip r:embed="rId8">
                <a:alphaModFix/>
              </a:blip>
              <a:stretch>
                <a:fillRect/>
              </a:stretch>
            </p:blipFill>
            <p:spPr>
              <a:xfrm>
                <a:off x="0" y="0"/>
                <a:ext cx="6523526" cy="53605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1" name="Google Shape;101;p11"/>
              <p:cNvPicPr preferRelativeResize="0"/>
              <p:nvPr/>
            </p:nvPicPr>
            <p:blipFill>
              <a:blip r:embed="rId7">
                <a:alphaModFix/>
              </a:blip>
              <a:stretch>
                <a:fillRect/>
              </a:stretch>
            </p:blipFill>
            <p:spPr>
              <a:xfrm>
                <a:off x="265125" y="246605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  <p:extLst>
      <p:ext uri="{BB962C8B-B14F-4D97-AF65-F5344CB8AC3E}">
        <p14:creationId xmlns:p14="http://schemas.microsoft.com/office/powerpoint/2010/main" val="143284781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669999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3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06" name="Google Shape;106;p13"/>
          <p:cNvSpPr txBox="1">
            <a:spLocks noGrp="1"/>
          </p:cNvSpPr>
          <p:nvPr>
            <p:ph type="title" idx="2" hasCustomPrompt="1"/>
          </p:nvPr>
        </p:nvSpPr>
        <p:spPr>
          <a:xfrm>
            <a:off x="5012273" y="2265461"/>
            <a:ext cx="926400" cy="9264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 idx="3" hasCustomPrompt="1"/>
          </p:nvPr>
        </p:nvSpPr>
        <p:spPr>
          <a:xfrm>
            <a:off x="6253340" y="2265461"/>
            <a:ext cx="926400" cy="9264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108" name="Google Shape;108;p13"/>
          <p:cNvSpPr txBox="1">
            <a:spLocks noGrp="1"/>
          </p:cNvSpPr>
          <p:nvPr>
            <p:ph type="title" idx="4" hasCustomPrompt="1"/>
          </p:nvPr>
        </p:nvSpPr>
        <p:spPr>
          <a:xfrm>
            <a:off x="5012257" y="3709005"/>
            <a:ext cx="926400" cy="9264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109" name="Google Shape;109;p13"/>
          <p:cNvSpPr txBox="1">
            <a:spLocks noGrp="1"/>
          </p:cNvSpPr>
          <p:nvPr>
            <p:ph type="title" idx="5" hasCustomPrompt="1"/>
          </p:nvPr>
        </p:nvSpPr>
        <p:spPr>
          <a:xfrm>
            <a:off x="6253324" y="3709005"/>
            <a:ext cx="926400" cy="9264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110" name="Google Shape;110;p13"/>
          <p:cNvSpPr txBox="1">
            <a:spLocks noGrp="1"/>
          </p:cNvSpPr>
          <p:nvPr>
            <p:ph type="title" idx="6" hasCustomPrompt="1"/>
          </p:nvPr>
        </p:nvSpPr>
        <p:spPr>
          <a:xfrm>
            <a:off x="5012276" y="5152551"/>
            <a:ext cx="926400" cy="9264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111" name="Google Shape;111;p13"/>
          <p:cNvSpPr txBox="1">
            <a:spLocks noGrp="1"/>
          </p:cNvSpPr>
          <p:nvPr>
            <p:ph type="title" idx="7" hasCustomPrompt="1"/>
          </p:nvPr>
        </p:nvSpPr>
        <p:spPr>
          <a:xfrm>
            <a:off x="6253343" y="5152551"/>
            <a:ext cx="926400" cy="9264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112" name="Google Shape;112;p13"/>
          <p:cNvSpPr txBox="1">
            <a:spLocks noGrp="1"/>
          </p:cNvSpPr>
          <p:nvPr>
            <p:ph type="subTitle" idx="1"/>
          </p:nvPr>
        </p:nvSpPr>
        <p:spPr>
          <a:xfrm>
            <a:off x="1707467" y="2265467"/>
            <a:ext cx="3050800" cy="92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13" name="Google Shape;113;p13"/>
          <p:cNvSpPr txBox="1">
            <a:spLocks noGrp="1"/>
          </p:cNvSpPr>
          <p:nvPr>
            <p:ph type="subTitle" idx="8"/>
          </p:nvPr>
        </p:nvSpPr>
        <p:spPr>
          <a:xfrm>
            <a:off x="1707467" y="3709016"/>
            <a:ext cx="3050800" cy="92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14" name="Google Shape;114;p13"/>
          <p:cNvSpPr txBox="1">
            <a:spLocks noGrp="1"/>
          </p:cNvSpPr>
          <p:nvPr>
            <p:ph type="subTitle" idx="9"/>
          </p:nvPr>
        </p:nvSpPr>
        <p:spPr>
          <a:xfrm>
            <a:off x="1707467" y="5152564"/>
            <a:ext cx="3050800" cy="92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subTitle" idx="13"/>
          </p:nvPr>
        </p:nvSpPr>
        <p:spPr>
          <a:xfrm>
            <a:off x="7433733" y="2265461"/>
            <a:ext cx="3050800" cy="92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16" name="Google Shape;116;p13"/>
          <p:cNvSpPr txBox="1">
            <a:spLocks noGrp="1"/>
          </p:cNvSpPr>
          <p:nvPr>
            <p:ph type="subTitle" idx="14"/>
          </p:nvPr>
        </p:nvSpPr>
        <p:spPr>
          <a:xfrm>
            <a:off x="7433733" y="3709005"/>
            <a:ext cx="3050800" cy="92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17" name="Google Shape;117;p13"/>
          <p:cNvSpPr txBox="1">
            <a:spLocks noGrp="1"/>
          </p:cNvSpPr>
          <p:nvPr>
            <p:ph type="subTitle" idx="15"/>
          </p:nvPr>
        </p:nvSpPr>
        <p:spPr>
          <a:xfrm>
            <a:off x="7433733" y="5152551"/>
            <a:ext cx="3050800" cy="92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grpSp>
        <p:nvGrpSpPr>
          <p:cNvPr id="118" name="Google Shape;118;p13"/>
          <p:cNvGrpSpPr/>
          <p:nvPr/>
        </p:nvGrpSpPr>
        <p:grpSpPr>
          <a:xfrm flipH="1">
            <a:off x="3493967" y="0"/>
            <a:ext cx="8698035" cy="493200"/>
            <a:chOff x="0" y="0"/>
            <a:chExt cx="6523526" cy="369900"/>
          </a:xfrm>
        </p:grpSpPr>
        <p:pic>
          <p:nvPicPr>
            <p:cNvPr id="119" name="Google Shape;119;p1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0" name="Google Shape;120;p1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21" name="Google Shape;121;p13"/>
          <p:cNvGrpSpPr/>
          <p:nvPr/>
        </p:nvGrpSpPr>
        <p:grpSpPr>
          <a:xfrm flipH="1">
            <a:off x="0" y="0"/>
            <a:ext cx="12192000" cy="6858016"/>
            <a:chOff x="0" y="0"/>
            <a:chExt cx="9144000" cy="5143512"/>
          </a:xfrm>
        </p:grpSpPr>
        <p:pic>
          <p:nvPicPr>
            <p:cNvPr id="122" name="Google Shape;122;p1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171225" y="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3" name="Google Shape;123;p13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0" y="4170737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79516525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5113900" y="1068676"/>
            <a:ext cx="5452400" cy="14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27" name="Google Shape;127;p14"/>
          <p:cNvSpPr txBox="1">
            <a:spLocks noGrp="1"/>
          </p:cNvSpPr>
          <p:nvPr>
            <p:ph type="subTitle" idx="1"/>
          </p:nvPr>
        </p:nvSpPr>
        <p:spPr>
          <a:xfrm>
            <a:off x="5113900" y="2530900"/>
            <a:ext cx="5452400" cy="285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pic>
        <p:nvPicPr>
          <p:cNvPr id="128" name="Google Shape;128;p14"/>
          <p:cNvPicPr preferRelativeResize="0"/>
          <p:nvPr/>
        </p:nvPicPr>
        <p:blipFill rotWithShape="1">
          <a:blip r:embed="rId3">
            <a:alphaModFix/>
          </a:blip>
          <a:srcRect b="22420"/>
          <a:stretch/>
        </p:blipFill>
        <p:spPr>
          <a:xfrm rot="5400000">
            <a:off x="-343553" y="615044"/>
            <a:ext cx="2357333" cy="139706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0800000">
            <a:off x="10520900" y="0"/>
            <a:ext cx="1668733" cy="166873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0" name="Google Shape;130;p14"/>
          <p:cNvGrpSpPr/>
          <p:nvPr/>
        </p:nvGrpSpPr>
        <p:grpSpPr>
          <a:xfrm>
            <a:off x="5175599" y="6336334"/>
            <a:ext cx="7014035" cy="517367"/>
            <a:chOff x="3881699" y="4752250"/>
            <a:chExt cx="5260526" cy="388025"/>
          </a:xfrm>
        </p:grpSpPr>
        <p:pic>
          <p:nvPicPr>
            <p:cNvPr id="131" name="Google Shape;131;p14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3881699" y="4752250"/>
              <a:ext cx="5260526" cy="388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2" name="Google Shape;132;p14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911768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40393374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 and text 2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5"/>
          <p:cNvSpPr txBox="1">
            <a:spLocks noGrp="1"/>
          </p:cNvSpPr>
          <p:nvPr>
            <p:ph type="title"/>
          </p:nvPr>
        </p:nvSpPr>
        <p:spPr>
          <a:xfrm>
            <a:off x="950967" y="1316717"/>
            <a:ext cx="5726400" cy="141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36" name="Google Shape;136;p15"/>
          <p:cNvSpPr txBox="1">
            <a:spLocks noGrp="1"/>
          </p:cNvSpPr>
          <p:nvPr>
            <p:ph type="subTitle" idx="1"/>
          </p:nvPr>
        </p:nvSpPr>
        <p:spPr>
          <a:xfrm>
            <a:off x="950967" y="2812884"/>
            <a:ext cx="5726400" cy="333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 algn="ctr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37" name="Google Shape;137;p15"/>
          <p:cNvSpPr>
            <a:spLocks noGrp="1"/>
          </p:cNvSpPr>
          <p:nvPr>
            <p:ph type="pic" idx="2"/>
          </p:nvPr>
        </p:nvSpPr>
        <p:spPr>
          <a:xfrm>
            <a:off x="7525033" y="719333"/>
            <a:ext cx="3716000" cy="54192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  <p:pic>
        <p:nvPicPr>
          <p:cNvPr id="138" name="Google Shape;13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 flipH="1">
            <a:off x="-33" y="5560968"/>
            <a:ext cx="1297033" cy="129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5"/>
          <p:cNvPicPr preferRelativeResize="0"/>
          <p:nvPr/>
        </p:nvPicPr>
        <p:blipFill rotWithShape="1">
          <a:blip r:embed="rId4">
            <a:alphaModFix/>
          </a:blip>
          <a:srcRect t="129" b="129"/>
          <a:stretch/>
        </p:blipFill>
        <p:spPr>
          <a:xfrm rot="-5400000">
            <a:off x="10012802" y="4671672"/>
            <a:ext cx="2288927" cy="17439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0" name="Google Shape;140;p15"/>
          <p:cNvGrpSpPr/>
          <p:nvPr/>
        </p:nvGrpSpPr>
        <p:grpSpPr>
          <a:xfrm>
            <a:off x="1" y="0"/>
            <a:ext cx="7783865" cy="714733"/>
            <a:chOff x="0" y="0"/>
            <a:chExt cx="5837899" cy="536050"/>
          </a:xfrm>
        </p:grpSpPr>
        <p:pic>
          <p:nvPicPr>
            <p:cNvPr id="141" name="Google Shape;141;p15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0" y="0"/>
              <a:ext cx="5837899" cy="5360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2" name="Google Shape;142;p15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265125" y="24660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3" name="Google Shape;143;p15"/>
          <p:cNvSpPr txBox="1">
            <a:spLocks noGrp="1"/>
          </p:cNvSpPr>
          <p:nvPr>
            <p:ph type="subTitle" idx="3"/>
          </p:nvPr>
        </p:nvSpPr>
        <p:spPr>
          <a:xfrm>
            <a:off x="950967" y="2812900"/>
            <a:ext cx="5726400" cy="333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>
              <a:spcBef>
                <a:spcPts val="1333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0156407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 and text 1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6"/>
          <p:cNvSpPr txBox="1">
            <a:spLocks noGrp="1"/>
          </p:cNvSpPr>
          <p:nvPr>
            <p:ph type="title"/>
          </p:nvPr>
        </p:nvSpPr>
        <p:spPr>
          <a:xfrm>
            <a:off x="8001833" y="719333"/>
            <a:ext cx="3239200" cy="143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47" name="Google Shape;147;p16"/>
          <p:cNvSpPr txBox="1">
            <a:spLocks noGrp="1"/>
          </p:cNvSpPr>
          <p:nvPr>
            <p:ph type="subTitle" idx="1"/>
          </p:nvPr>
        </p:nvSpPr>
        <p:spPr>
          <a:xfrm>
            <a:off x="8001833" y="2020533"/>
            <a:ext cx="3239200" cy="16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48" name="Google Shape;148;p16"/>
          <p:cNvSpPr>
            <a:spLocks noGrp="1"/>
          </p:cNvSpPr>
          <p:nvPr>
            <p:ph type="pic" idx="2"/>
          </p:nvPr>
        </p:nvSpPr>
        <p:spPr>
          <a:xfrm>
            <a:off x="950967" y="719333"/>
            <a:ext cx="3734800" cy="54196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  <p:sp>
        <p:nvSpPr>
          <p:cNvPr id="149" name="Google Shape;149;p16"/>
          <p:cNvSpPr>
            <a:spLocks noGrp="1"/>
          </p:cNvSpPr>
          <p:nvPr>
            <p:ph type="pic" idx="3"/>
          </p:nvPr>
        </p:nvSpPr>
        <p:spPr>
          <a:xfrm>
            <a:off x="4794100" y="719333"/>
            <a:ext cx="2921600" cy="31044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  <p:sp>
        <p:nvSpPr>
          <p:cNvPr id="150" name="Google Shape;150;p16"/>
          <p:cNvSpPr>
            <a:spLocks noGrp="1"/>
          </p:cNvSpPr>
          <p:nvPr>
            <p:ph type="pic" idx="4"/>
          </p:nvPr>
        </p:nvSpPr>
        <p:spPr>
          <a:xfrm>
            <a:off x="4794100" y="3938367"/>
            <a:ext cx="6446800" cy="22004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  <p:pic>
        <p:nvPicPr>
          <p:cNvPr id="151" name="Google Shape;151;p16"/>
          <p:cNvPicPr preferRelativeResize="0"/>
          <p:nvPr/>
        </p:nvPicPr>
        <p:blipFill rotWithShape="1">
          <a:blip r:embed="rId3">
            <a:alphaModFix/>
          </a:blip>
          <a:srcRect l="73637" t="129" b="129"/>
          <a:stretch/>
        </p:blipFill>
        <p:spPr>
          <a:xfrm>
            <a:off x="13652" y="4496601"/>
            <a:ext cx="603432" cy="174393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2" name="Google Shape;152;p16"/>
          <p:cNvGrpSpPr/>
          <p:nvPr/>
        </p:nvGrpSpPr>
        <p:grpSpPr>
          <a:xfrm>
            <a:off x="-1" y="2800"/>
            <a:ext cx="12192001" cy="6855184"/>
            <a:chOff x="-1" y="2100"/>
            <a:chExt cx="9144001" cy="5141388"/>
          </a:xfrm>
        </p:grpSpPr>
        <p:pic>
          <p:nvPicPr>
            <p:cNvPr id="153" name="Google Shape;153;p1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 flipH="1">
              <a:off x="8171225" y="210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4" name="Google Shape;154;p1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5400000" flipH="1">
              <a:off x="-1" y="4170713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55" name="Google Shape;155;p16"/>
          <p:cNvGrpSpPr/>
          <p:nvPr/>
        </p:nvGrpSpPr>
        <p:grpSpPr>
          <a:xfrm>
            <a:off x="7142036" y="6336334"/>
            <a:ext cx="5047597" cy="517367"/>
            <a:chOff x="5356527" y="4752250"/>
            <a:chExt cx="3785698" cy="388025"/>
          </a:xfrm>
        </p:grpSpPr>
        <p:pic>
          <p:nvPicPr>
            <p:cNvPr id="156" name="Google Shape;156;p1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5356527" y="4752250"/>
              <a:ext cx="3785698" cy="388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7" name="Google Shape;157;p16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 rot="10800000">
              <a:off x="7293388" y="4911768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17916701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1_Title and text 2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7"/>
          <p:cNvSpPr txBox="1">
            <a:spLocks noGrp="1"/>
          </p:cNvSpPr>
          <p:nvPr>
            <p:ph type="title"/>
          </p:nvPr>
        </p:nvSpPr>
        <p:spPr>
          <a:xfrm>
            <a:off x="960000" y="853440"/>
            <a:ext cx="4313200" cy="1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61" name="Google Shape;161;p17"/>
          <p:cNvSpPr txBox="1">
            <a:spLocks noGrp="1"/>
          </p:cNvSpPr>
          <p:nvPr>
            <p:ph type="body" idx="1"/>
          </p:nvPr>
        </p:nvSpPr>
        <p:spPr>
          <a:xfrm>
            <a:off x="960000" y="2802500"/>
            <a:ext cx="4313200" cy="166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marL="1219170" lvl="1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828754" lvl="2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2438339" lvl="3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3047924" lvl="4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3657509" lvl="5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4267093" lvl="6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4876678" lvl="7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5486263" lvl="8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66487059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Title and text 3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8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grpSp>
        <p:nvGrpSpPr>
          <p:cNvPr id="165" name="Google Shape;165;p18"/>
          <p:cNvGrpSpPr/>
          <p:nvPr/>
        </p:nvGrpSpPr>
        <p:grpSpPr>
          <a:xfrm flipH="1">
            <a:off x="3493967" y="0"/>
            <a:ext cx="8698035" cy="493200"/>
            <a:chOff x="0" y="0"/>
            <a:chExt cx="6523526" cy="369900"/>
          </a:xfrm>
        </p:grpSpPr>
        <p:pic>
          <p:nvPicPr>
            <p:cNvPr id="166" name="Google Shape;166;p18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7" name="Google Shape;167;p1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68" name="Google Shape;168;p18"/>
          <p:cNvGrpSpPr/>
          <p:nvPr/>
        </p:nvGrpSpPr>
        <p:grpSpPr>
          <a:xfrm flipH="1">
            <a:off x="0" y="0"/>
            <a:ext cx="12192000" cy="6858016"/>
            <a:chOff x="0" y="0"/>
            <a:chExt cx="9144000" cy="5143512"/>
          </a:xfrm>
        </p:grpSpPr>
        <p:pic>
          <p:nvPicPr>
            <p:cNvPr id="169" name="Google Shape;169;p18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171225" y="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0" name="Google Shape;170;p18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0" y="4170737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1" name="Google Shape;171;p18"/>
          <p:cNvSpPr txBox="1">
            <a:spLocks noGrp="1"/>
          </p:cNvSpPr>
          <p:nvPr>
            <p:ph type="body" idx="1"/>
          </p:nvPr>
        </p:nvSpPr>
        <p:spPr>
          <a:xfrm>
            <a:off x="2860800" y="2802500"/>
            <a:ext cx="6470400" cy="235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marL="1219170" lvl="1" indent="-40639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828754" lvl="2" indent="-40639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2438339" lvl="3" indent="-40639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3047924" lvl="4" indent="-40639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3657509" lvl="5" indent="-40639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4267093" lvl="6" indent="-40639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4876678" lvl="7" indent="-40639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5486263" lvl="8" indent="-40639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72" name="Google Shape;172;p18"/>
          <p:cNvSpPr txBox="1">
            <a:spLocks noGrp="1"/>
          </p:cNvSpPr>
          <p:nvPr>
            <p:ph type="subTitle" idx="2"/>
          </p:nvPr>
        </p:nvSpPr>
        <p:spPr>
          <a:xfrm>
            <a:off x="2860800" y="2801533"/>
            <a:ext cx="6470400" cy="235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340012581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9"/>
          <p:cNvSpPr txBox="1">
            <a:spLocks noGrp="1"/>
          </p:cNvSpPr>
          <p:nvPr>
            <p:ph type="title"/>
          </p:nvPr>
        </p:nvSpPr>
        <p:spPr>
          <a:xfrm>
            <a:off x="960000" y="717989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76" name="Google Shape;176;p19"/>
          <p:cNvSpPr txBox="1">
            <a:spLocks noGrp="1"/>
          </p:cNvSpPr>
          <p:nvPr>
            <p:ph type="subTitle" idx="1"/>
          </p:nvPr>
        </p:nvSpPr>
        <p:spPr>
          <a:xfrm>
            <a:off x="946333" y="3515467"/>
            <a:ext cx="2967600" cy="262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77" name="Google Shape;177;p19"/>
          <p:cNvSpPr txBox="1">
            <a:spLocks noGrp="1"/>
          </p:cNvSpPr>
          <p:nvPr>
            <p:ph type="subTitle" idx="2"/>
          </p:nvPr>
        </p:nvSpPr>
        <p:spPr>
          <a:xfrm>
            <a:off x="4609884" y="3515467"/>
            <a:ext cx="2967600" cy="262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78" name="Google Shape;178;p19"/>
          <p:cNvSpPr txBox="1">
            <a:spLocks noGrp="1"/>
          </p:cNvSpPr>
          <p:nvPr>
            <p:ph type="subTitle" idx="3"/>
          </p:nvPr>
        </p:nvSpPr>
        <p:spPr>
          <a:xfrm>
            <a:off x="8273435" y="3515467"/>
            <a:ext cx="2967600" cy="262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79" name="Google Shape;179;p19"/>
          <p:cNvSpPr txBox="1">
            <a:spLocks noGrp="1"/>
          </p:cNvSpPr>
          <p:nvPr>
            <p:ph type="subTitle" idx="4"/>
          </p:nvPr>
        </p:nvSpPr>
        <p:spPr>
          <a:xfrm>
            <a:off x="946344" y="2764388"/>
            <a:ext cx="2967600" cy="94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80" name="Google Shape;180;p19"/>
          <p:cNvSpPr txBox="1">
            <a:spLocks noGrp="1"/>
          </p:cNvSpPr>
          <p:nvPr>
            <p:ph type="subTitle" idx="5"/>
          </p:nvPr>
        </p:nvSpPr>
        <p:spPr>
          <a:xfrm>
            <a:off x="4612212" y="2764388"/>
            <a:ext cx="2967600" cy="94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81" name="Google Shape;181;p19"/>
          <p:cNvSpPr txBox="1">
            <a:spLocks noGrp="1"/>
          </p:cNvSpPr>
          <p:nvPr>
            <p:ph type="subTitle" idx="6"/>
          </p:nvPr>
        </p:nvSpPr>
        <p:spPr>
          <a:xfrm>
            <a:off x="8273447" y="2764388"/>
            <a:ext cx="2967600" cy="94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pic>
        <p:nvPicPr>
          <p:cNvPr id="182" name="Google Shape;182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10894934" y="5560968"/>
            <a:ext cx="1297033" cy="129703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3" name="Google Shape;183;p19"/>
          <p:cNvGrpSpPr/>
          <p:nvPr/>
        </p:nvGrpSpPr>
        <p:grpSpPr>
          <a:xfrm flipH="1">
            <a:off x="3493967" y="0"/>
            <a:ext cx="8698035" cy="493200"/>
            <a:chOff x="0" y="0"/>
            <a:chExt cx="6523526" cy="369900"/>
          </a:xfrm>
        </p:grpSpPr>
        <p:pic>
          <p:nvPicPr>
            <p:cNvPr id="184" name="Google Shape;184;p19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19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3213313119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 and four columns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0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89" name="Google Shape;189;p20"/>
          <p:cNvSpPr txBox="1">
            <a:spLocks noGrp="1"/>
          </p:cNvSpPr>
          <p:nvPr>
            <p:ph type="subTitle" idx="1"/>
          </p:nvPr>
        </p:nvSpPr>
        <p:spPr>
          <a:xfrm>
            <a:off x="960000" y="2239133"/>
            <a:ext cx="4732800" cy="161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90" name="Google Shape;190;p20"/>
          <p:cNvSpPr txBox="1">
            <a:spLocks noGrp="1"/>
          </p:cNvSpPr>
          <p:nvPr>
            <p:ph type="subTitle" idx="2"/>
          </p:nvPr>
        </p:nvSpPr>
        <p:spPr>
          <a:xfrm>
            <a:off x="6508221" y="2239133"/>
            <a:ext cx="4732800" cy="161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91" name="Google Shape;191;p20"/>
          <p:cNvSpPr txBox="1">
            <a:spLocks noGrp="1"/>
          </p:cNvSpPr>
          <p:nvPr>
            <p:ph type="subTitle" idx="3"/>
          </p:nvPr>
        </p:nvSpPr>
        <p:spPr>
          <a:xfrm>
            <a:off x="960000" y="4528267"/>
            <a:ext cx="4732800" cy="161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92" name="Google Shape;192;p20"/>
          <p:cNvSpPr txBox="1">
            <a:spLocks noGrp="1"/>
          </p:cNvSpPr>
          <p:nvPr>
            <p:ph type="subTitle" idx="4"/>
          </p:nvPr>
        </p:nvSpPr>
        <p:spPr>
          <a:xfrm>
            <a:off x="6508221" y="4528267"/>
            <a:ext cx="4732800" cy="161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93" name="Google Shape;193;p20"/>
          <p:cNvSpPr txBox="1">
            <a:spLocks noGrp="1"/>
          </p:cNvSpPr>
          <p:nvPr>
            <p:ph type="subTitle" idx="5"/>
          </p:nvPr>
        </p:nvSpPr>
        <p:spPr>
          <a:xfrm>
            <a:off x="960000" y="1906515"/>
            <a:ext cx="4732800" cy="50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94" name="Google Shape;194;p20"/>
          <p:cNvSpPr txBox="1">
            <a:spLocks noGrp="1"/>
          </p:cNvSpPr>
          <p:nvPr>
            <p:ph type="subTitle" idx="6"/>
          </p:nvPr>
        </p:nvSpPr>
        <p:spPr>
          <a:xfrm>
            <a:off x="960000" y="4195881"/>
            <a:ext cx="4732800" cy="50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95" name="Google Shape;195;p20"/>
          <p:cNvSpPr txBox="1">
            <a:spLocks noGrp="1"/>
          </p:cNvSpPr>
          <p:nvPr>
            <p:ph type="subTitle" idx="7"/>
          </p:nvPr>
        </p:nvSpPr>
        <p:spPr>
          <a:xfrm>
            <a:off x="6508169" y="1906515"/>
            <a:ext cx="4732800" cy="50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96" name="Google Shape;196;p20"/>
          <p:cNvSpPr txBox="1">
            <a:spLocks noGrp="1"/>
          </p:cNvSpPr>
          <p:nvPr>
            <p:ph type="subTitle" idx="8"/>
          </p:nvPr>
        </p:nvSpPr>
        <p:spPr>
          <a:xfrm>
            <a:off x="6508173" y="4195881"/>
            <a:ext cx="4732800" cy="50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grpSp>
        <p:nvGrpSpPr>
          <p:cNvPr id="197" name="Google Shape;197;p20"/>
          <p:cNvGrpSpPr/>
          <p:nvPr/>
        </p:nvGrpSpPr>
        <p:grpSpPr>
          <a:xfrm>
            <a:off x="-1" y="-6291"/>
            <a:ext cx="12192001" cy="6864276"/>
            <a:chOff x="-1" y="-4719"/>
            <a:chExt cx="9144001" cy="5148207"/>
          </a:xfrm>
        </p:grpSpPr>
        <p:pic>
          <p:nvPicPr>
            <p:cNvPr id="198" name="Google Shape;198;p2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5400000" flipH="1">
              <a:off x="8171225" y="-4719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9" name="Google Shape;199;p20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 flipH="1">
              <a:off x="-1" y="4170713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00" name="Google Shape;200;p20"/>
          <p:cNvGrpSpPr/>
          <p:nvPr/>
        </p:nvGrpSpPr>
        <p:grpSpPr>
          <a:xfrm rot="10800000">
            <a:off x="0" y="-6292"/>
            <a:ext cx="6508231" cy="487600"/>
            <a:chOff x="4261050" y="4610675"/>
            <a:chExt cx="4881173" cy="365700"/>
          </a:xfrm>
        </p:grpSpPr>
        <p:pic>
          <p:nvPicPr>
            <p:cNvPr id="201" name="Google Shape;201;p20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4261050" y="4610675"/>
              <a:ext cx="4881173" cy="365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2" name="Google Shape;202;p20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759030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383119583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1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206" name="Google Shape;206;p21"/>
          <p:cNvSpPr txBox="1">
            <a:spLocks noGrp="1"/>
          </p:cNvSpPr>
          <p:nvPr>
            <p:ph type="subTitle" idx="1"/>
          </p:nvPr>
        </p:nvSpPr>
        <p:spPr>
          <a:xfrm>
            <a:off x="960100" y="2243328"/>
            <a:ext cx="3150800" cy="155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207" name="Google Shape;207;p21"/>
          <p:cNvSpPr txBox="1">
            <a:spLocks noGrp="1"/>
          </p:cNvSpPr>
          <p:nvPr>
            <p:ph type="subTitle" idx="2"/>
          </p:nvPr>
        </p:nvSpPr>
        <p:spPr>
          <a:xfrm>
            <a:off x="4525173" y="2243328"/>
            <a:ext cx="3150800" cy="155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208" name="Google Shape;208;p21"/>
          <p:cNvSpPr txBox="1">
            <a:spLocks noGrp="1"/>
          </p:cNvSpPr>
          <p:nvPr>
            <p:ph type="subTitle" idx="3"/>
          </p:nvPr>
        </p:nvSpPr>
        <p:spPr>
          <a:xfrm>
            <a:off x="960100" y="4531409"/>
            <a:ext cx="3150800" cy="155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209" name="Google Shape;209;p21"/>
          <p:cNvSpPr txBox="1">
            <a:spLocks noGrp="1"/>
          </p:cNvSpPr>
          <p:nvPr>
            <p:ph type="subTitle" idx="4"/>
          </p:nvPr>
        </p:nvSpPr>
        <p:spPr>
          <a:xfrm>
            <a:off x="4525173" y="4531409"/>
            <a:ext cx="3150800" cy="155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210" name="Google Shape;210;p21"/>
          <p:cNvSpPr txBox="1">
            <a:spLocks noGrp="1"/>
          </p:cNvSpPr>
          <p:nvPr>
            <p:ph type="subTitle" idx="5"/>
          </p:nvPr>
        </p:nvSpPr>
        <p:spPr>
          <a:xfrm>
            <a:off x="8090248" y="2243328"/>
            <a:ext cx="3150800" cy="155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211" name="Google Shape;211;p21"/>
          <p:cNvSpPr txBox="1">
            <a:spLocks noGrp="1"/>
          </p:cNvSpPr>
          <p:nvPr>
            <p:ph type="subTitle" idx="6"/>
          </p:nvPr>
        </p:nvSpPr>
        <p:spPr>
          <a:xfrm>
            <a:off x="8090248" y="4531409"/>
            <a:ext cx="3150800" cy="155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212" name="Google Shape;212;p21"/>
          <p:cNvSpPr txBox="1">
            <a:spLocks noGrp="1"/>
          </p:cNvSpPr>
          <p:nvPr>
            <p:ph type="subTitle" idx="7"/>
          </p:nvPr>
        </p:nvSpPr>
        <p:spPr>
          <a:xfrm>
            <a:off x="960100" y="1901952"/>
            <a:ext cx="31508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213" name="Google Shape;213;p21"/>
          <p:cNvSpPr txBox="1">
            <a:spLocks noGrp="1"/>
          </p:cNvSpPr>
          <p:nvPr>
            <p:ph type="subTitle" idx="8"/>
          </p:nvPr>
        </p:nvSpPr>
        <p:spPr>
          <a:xfrm>
            <a:off x="4527173" y="1901952"/>
            <a:ext cx="31468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214" name="Google Shape;214;p21"/>
          <p:cNvSpPr txBox="1">
            <a:spLocks noGrp="1"/>
          </p:cNvSpPr>
          <p:nvPr>
            <p:ph type="subTitle" idx="9"/>
          </p:nvPr>
        </p:nvSpPr>
        <p:spPr>
          <a:xfrm>
            <a:off x="8090248" y="1901952"/>
            <a:ext cx="31468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215" name="Google Shape;215;p21"/>
          <p:cNvSpPr txBox="1">
            <a:spLocks noGrp="1"/>
          </p:cNvSpPr>
          <p:nvPr>
            <p:ph type="subTitle" idx="13"/>
          </p:nvPr>
        </p:nvSpPr>
        <p:spPr>
          <a:xfrm>
            <a:off x="960100" y="4194048"/>
            <a:ext cx="31508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216" name="Google Shape;216;p21"/>
          <p:cNvSpPr txBox="1">
            <a:spLocks noGrp="1"/>
          </p:cNvSpPr>
          <p:nvPr>
            <p:ph type="subTitle" idx="14"/>
          </p:nvPr>
        </p:nvSpPr>
        <p:spPr>
          <a:xfrm>
            <a:off x="4525173" y="4194055"/>
            <a:ext cx="31468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217" name="Google Shape;217;p21"/>
          <p:cNvSpPr txBox="1">
            <a:spLocks noGrp="1"/>
          </p:cNvSpPr>
          <p:nvPr>
            <p:ph type="subTitle" idx="15"/>
          </p:nvPr>
        </p:nvSpPr>
        <p:spPr>
          <a:xfrm>
            <a:off x="8090248" y="4194055"/>
            <a:ext cx="31468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pic>
        <p:nvPicPr>
          <p:cNvPr id="218" name="Google Shape;218;p21"/>
          <p:cNvPicPr preferRelativeResize="0"/>
          <p:nvPr/>
        </p:nvPicPr>
        <p:blipFill rotWithShape="1">
          <a:blip r:embed="rId3">
            <a:alphaModFix/>
          </a:blip>
          <a:srcRect l="68148" b="22414"/>
          <a:stretch/>
        </p:blipFill>
        <p:spPr>
          <a:xfrm rot="10800000">
            <a:off x="11441132" y="85835"/>
            <a:ext cx="750835" cy="13970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5400000">
            <a:off x="10894968" y="5560968"/>
            <a:ext cx="1297033" cy="129703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3575684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Numbers and text"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2"/>
          <p:cNvSpPr txBox="1">
            <a:spLocks noGrp="1"/>
          </p:cNvSpPr>
          <p:nvPr>
            <p:ph type="title" hasCustomPrompt="1"/>
          </p:nvPr>
        </p:nvSpPr>
        <p:spPr>
          <a:xfrm>
            <a:off x="4133184" y="2726839"/>
            <a:ext cx="3925600" cy="1025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5333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23" name="Google Shape;223;p22"/>
          <p:cNvSpPr txBox="1">
            <a:spLocks noGrp="1"/>
          </p:cNvSpPr>
          <p:nvPr>
            <p:ph type="subTitle" idx="1"/>
          </p:nvPr>
        </p:nvSpPr>
        <p:spPr>
          <a:xfrm>
            <a:off x="4133197" y="3650433"/>
            <a:ext cx="3925600" cy="47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224" name="Google Shape;224;p22"/>
          <p:cNvSpPr txBox="1">
            <a:spLocks noGrp="1"/>
          </p:cNvSpPr>
          <p:nvPr>
            <p:ph type="title" idx="2" hasCustomPrompt="1"/>
          </p:nvPr>
        </p:nvSpPr>
        <p:spPr>
          <a:xfrm>
            <a:off x="4133205" y="893251"/>
            <a:ext cx="3925600" cy="1025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5333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25" name="Google Shape;225;p22"/>
          <p:cNvSpPr txBox="1">
            <a:spLocks noGrp="1"/>
          </p:cNvSpPr>
          <p:nvPr>
            <p:ph type="subTitle" idx="3"/>
          </p:nvPr>
        </p:nvSpPr>
        <p:spPr>
          <a:xfrm>
            <a:off x="4133205" y="1816861"/>
            <a:ext cx="3925600" cy="47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226" name="Google Shape;226;p22"/>
          <p:cNvSpPr txBox="1">
            <a:spLocks noGrp="1"/>
          </p:cNvSpPr>
          <p:nvPr>
            <p:ph type="title" idx="4" hasCustomPrompt="1"/>
          </p:nvPr>
        </p:nvSpPr>
        <p:spPr>
          <a:xfrm>
            <a:off x="4133195" y="4560423"/>
            <a:ext cx="3925600" cy="1025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5333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27" name="Google Shape;227;p22"/>
          <p:cNvSpPr txBox="1">
            <a:spLocks noGrp="1"/>
          </p:cNvSpPr>
          <p:nvPr>
            <p:ph type="subTitle" idx="5"/>
          </p:nvPr>
        </p:nvSpPr>
        <p:spPr>
          <a:xfrm>
            <a:off x="4133208" y="5484017"/>
            <a:ext cx="3925600" cy="47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grpSp>
        <p:nvGrpSpPr>
          <p:cNvPr id="228" name="Google Shape;228;p22"/>
          <p:cNvGrpSpPr/>
          <p:nvPr/>
        </p:nvGrpSpPr>
        <p:grpSpPr>
          <a:xfrm>
            <a:off x="0" y="0"/>
            <a:ext cx="12198725" cy="6871879"/>
            <a:chOff x="0" y="0"/>
            <a:chExt cx="9149044" cy="5153909"/>
          </a:xfrm>
        </p:grpSpPr>
        <p:grpSp>
          <p:nvGrpSpPr>
            <p:cNvPr id="229" name="Google Shape;229;p22"/>
            <p:cNvGrpSpPr/>
            <p:nvPr/>
          </p:nvGrpSpPr>
          <p:grpSpPr>
            <a:xfrm>
              <a:off x="2633519" y="4796608"/>
              <a:ext cx="6515525" cy="357300"/>
              <a:chOff x="2633519" y="4796608"/>
              <a:chExt cx="6515525" cy="357300"/>
            </a:xfrm>
          </p:grpSpPr>
          <p:pic>
            <p:nvPicPr>
              <p:cNvPr id="230" name="Google Shape;230;p2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 rot="10800000">
                <a:off x="2633519" y="4796608"/>
                <a:ext cx="6515525" cy="3573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31" name="Google Shape;231;p2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 rot="10800000">
                <a:off x="7293388" y="4940768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232" name="Google Shape;232;p22"/>
            <p:cNvGrpSpPr/>
            <p:nvPr/>
          </p:nvGrpSpPr>
          <p:grpSpPr>
            <a:xfrm>
              <a:off x="0" y="0"/>
              <a:ext cx="6523526" cy="359400"/>
              <a:chOff x="0" y="0"/>
              <a:chExt cx="6523526" cy="359400"/>
            </a:xfrm>
          </p:grpSpPr>
          <p:pic>
            <p:nvPicPr>
              <p:cNvPr id="233" name="Google Shape;233;p22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0" y="0"/>
                <a:ext cx="6523526" cy="359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34" name="Google Shape;234;p2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265125" y="145205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235" name="Google Shape;235;p22"/>
          <p:cNvPicPr preferRelativeResize="0"/>
          <p:nvPr/>
        </p:nvPicPr>
        <p:blipFill rotWithShape="1">
          <a:blip r:embed="rId6">
            <a:alphaModFix/>
          </a:blip>
          <a:srcRect t="129" b="129"/>
          <a:stretch/>
        </p:blipFill>
        <p:spPr>
          <a:xfrm rot="5400000">
            <a:off x="-170898" y="4750072"/>
            <a:ext cx="2288927" cy="17439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35860917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3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grpSp>
        <p:nvGrpSpPr>
          <p:cNvPr id="239" name="Google Shape;239;p23"/>
          <p:cNvGrpSpPr/>
          <p:nvPr/>
        </p:nvGrpSpPr>
        <p:grpSpPr>
          <a:xfrm>
            <a:off x="0" y="0"/>
            <a:ext cx="8698035" cy="493200"/>
            <a:chOff x="0" y="0"/>
            <a:chExt cx="6523526" cy="369900"/>
          </a:xfrm>
        </p:grpSpPr>
        <p:pic>
          <p:nvPicPr>
            <p:cNvPr id="240" name="Google Shape;240;p2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1" name="Google Shape;241;p2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42" name="Google Shape;242;p23"/>
          <p:cNvGrpSpPr/>
          <p:nvPr/>
        </p:nvGrpSpPr>
        <p:grpSpPr>
          <a:xfrm>
            <a:off x="0" y="0"/>
            <a:ext cx="12192000" cy="6858016"/>
            <a:chOff x="0" y="0"/>
            <a:chExt cx="9144000" cy="5143512"/>
          </a:xfrm>
        </p:grpSpPr>
        <p:pic>
          <p:nvPicPr>
            <p:cNvPr id="243" name="Google Shape;243;p2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171225" y="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4" name="Google Shape;244;p23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0" y="4170737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307554121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6" name="Google Shape;246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24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pic>
        <p:nvPicPr>
          <p:cNvPr id="248" name="Google Shape;248;p24"/>
          <p:cNvPicPr preferRelativeResize="0"/>
          <p:nvPr/>
        </p:nvPicPr>
        <p:blipFill rotWithShape="1">
          <a:blip r:embed="rId3">
            <a:alphaModFix/>
          </a:blip>
          <a:srcRect l="14813" b="34262"/>
          <a:stretch/>
        </p:blipFill>
        <p:spPr>
          <a:xfrm rot="10800000">
            <a:off x="10205532" y="-54035"/>
            <a:ext cx="2008101" cy="118376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9" name="Google Shape;249;p24"/>
          <p:cNvGrpSpPr/>
          <p:nvPr/>
        </p:nvGrpSpPr>
        <p:grpSpPr>
          <a:xfrm flipH="1">
            <a:off x="0" y="0"/>
            <a:ext cx="12192000" cy="6858016"/>
            <a:chOff x="0" y="0"/>
            <a:chExt cx="9144000" cy="5143512"/>
          </a:xfrm>
        </p:grpSpPr>
        <p:pic>
          <p:nvPicPr>
            <p:cNvPr id="250" name="Google Shape;250;p24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171225" y="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1" name="Google Shape;251;p24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0" y="4170737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3898684934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 only 3"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25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grpSp>
        <p:nvGrpSpPr>
          <p:cNvPr id="255" name="Google Shape;255;p25"/>
          <p:cNvGrpSpPr/>
          <p:nvPr/>
        </p:nvGrpSpPr>
        <p:grpSpPr>
          <a:xfrm flipH="1">
            <a:off x="3493967" y="0"/>
            <a:ext cx="8698035" cy="493200"/>
            <a:chOff x="0" y="0"/>
            <a:chExt cx="6523526" cy="369900"/>
          </a:xfrm>
        </p:grpSpPr>
        <p:pic>
          <p:nvPicPr>
            <p:cNvPr id="256" name="Google Shape;256;p2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7" name="Google Shape;257;p25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58" name="Google Shape;258;p25"/>
          <p:cNvPicPr preferRelativeResize="0"/>
          <p:nvPr/>
        </p:nvPicPr>
        <p:blipFill rotWithShape="1">
          <a:blip r:embed="rId5">
            <a:alphaModFix/>
          </a:blip>
          <a:srcRect r="56111" b="41941"/>
          <a:stretch/>
        </p:blipFill>
        <p:spPr>
          <a:xfrm rot="-5400000">
            <a:off x="11100051" y="5689050"/>
            <a:ext cx="1034600" cy="104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-5400000" flipH="1">
            <a:off x="1" y="5560968"/>
            <a:ext cx="1297033" cy="129703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8715033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Title only 4"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Google Shape;261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26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pic>
        <p:nvPicPr>
          <p:cNvPr id="263" name="Google Shape;263;p26"/>
          <p:cNvPicPr preferRelativeResize="0"/>
          <p:nvPr/>
        </p:nvPicPr>
        <p:blipFill rotWithShape="1">
          <a:blip r:embed="rId3">
            <a:alphaModFix/>
          </a:blip>
          <a:srcRect t="128" b="35496"/>
          <a:stretch/>
        </p:blipFill>
        <p:spPr>
          <a:xfrm>
            <a:off x="8394901" y="5725163"/>
            <a:ext cx="2288935" cy="1125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4" name="Google Shape;264;p26"/>
          <p:cNvGrpSpPr/>
          <p:nvPr/>
        </p:nvGrpSpPr>
        <p:grpSpPr>
          <a:xfrm>
            <a:off x="1" y="0"/>
            <a:ext cx="5052697" cy="479200"/>
            <a:chOff x="0" y="0"/>
            <a:chExt cx="3789523" cy="359400"/>
          </a:xfrm>
        </p:grpSpPr>
        <p:pic>
          <p:nvPicPr>
            <p:cNvPr id="265" name="Google Shape;265;p2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0" y="0"/>
              <a:ext cx="3789523" cy="359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6" name="Google Shape;266;p2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265125" y="14520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67" name="Google Shape;267;p2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10800000" flipH="1">
            <a:off x="10894968" y="5560968"/>
            <a:ext cx="1297033" cy="129703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505316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5">
  <p:cSld name="Title only 5"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9" name="Google Shape;269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27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grpSp>
        <p:nvGrpSpPr>
          <p:cNvPr id="271" name="Google Shape;271;p27"/>
          <p:cNvGrpSpPr/>
          <p:nvPr/>
        </p:nvGrpSpPr>
        <p:grpSpPr>
          <a:xfrm rot="10800000" flipH="1">
            <a:off x="6841498" y="0"/>
            <a:ext cx="5350503" cy="479200"/>
            <a:chOff x="5129348" y="4780863"/>
            <a:chExt cx="4012877" cy="359400"/>
          </a:xfrm>
        </p:grpSpPr>
        <p:pic>
          <p:nvPicPr>
            <p:cNvPr id="272" name="Google Shape;272;p27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>
              <a:off x="5129348" y="4780863"/>
              <a:ext cx="4012877" cy="359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73" name="Google Shape;273;p27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10800000">
              <a:off x="7293388" y="4911768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74" name="Google Shape;274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-5400000">
            <a:off x="-33" y="1"/>
            <a:ext cx="1297033" cy="129703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9782075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6">
  <p:cSld name="Title only 6"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276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28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grpSp>
        <p:nvGrpSpPr>
          <p:cNvPr id="278" name="Google Shape;278;p28"/>
          <p:cNvGrpSpPr/>
          <p:nvPr/>
        </p:nvGrpSpPr>
        <p:grpSpPr>
          <a:xfrm>
            <a:off x="0" y="17"/>
            <a:ext cx="12192000" cy="6857983"/>
            <a:chOff x="0" y="12"/>
            <a:chExt cx="9144000" cy="5143487"/>
          </a:xfrm>
        </p:grpSpPr>
        <p:pic>
          <p:nvPicPr>
            <p:cNvPr id="279" name="Google Shape;279;p28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-5400000" flipH="1">
              <a:off x="0" y="4170725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80" name="Google Shape;280;p2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-5400000" flipH="1">
              <a:off x="8171225" y="12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81" name="Google Shape;281;p28"/>
          <p:cNvGrpSpPr/>
          <p:nvPr/>
        </p:nvGrpSpPr>
        <p:grpSpPr>
          <a:xfrm rot="10800000">
            <a:off x="1" y="0"/>
            <a:ext cx="5350503" cy="479200"/>
            <a:chOff x="5129346" y="4780863"/>
            <a:chExt cx="4012877" cy="359400"/>
          </a:xfrm>
        </p:grpSpPr>
        <p:pic>
          <p:nvPicPr>
            <p:cNvPr id="282" name="Google Shape;282;p28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5129346" y="4780863"/>
              <a:ext cx="4012877" cy="359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83" name="Google Shape;283;p28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926068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815837722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5" name="Google Shape;285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29"/>
          <p:cNvSpPr txBox="1">
            <a:spLocks noGrp="1"/>
          </p:cNvSpPr>
          <p:nvPr>
            <p:ph type="title"/>
          </p:nvPr>
        </p:nvSpPr>
        <p:spPr>
          <a:xfrm>
            <a:off x="950969" y="720000"/>
            <a:ext cx="5535200" cy="141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5333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287" name="Google Shape;287;p29"/>
          <p:cNvSpPr txBox="1">
            <a:spLocks noGrp="1"/>
          </p:cNvSpPr>
          <p:nvPr>
            <p:ph type="subTitle" idx="1"/>
          </p:nvPr>
        </p:nvSpPr>
        <p:spPr>
          <a:xfrm>
            <a:off x="950951" y="3159133"/>
            <a:ext cx="4932400" cy="141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288" name="Google Shape;288;p29"/>
          <p:cNvSpPr>
            <a:spLocks noGrp="1"/>
          </p:cNvSpPr>
          <p:nvPr>
            <p:ph type="pic" idx="2"/>
          </p:nvPr>
        </p:nvSpPr>
        <p:spPr>
          <a:xfrm>
            <a:off x="950967" y="719400"/>
            <a:ext cx="4096800" cy="54192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  <p:grpSp>
        <p:nvGrpSpPr>
          <p:cNvPr id="289" name="Google Shape;289;p29"/>
          <p:cNvGrpSpPr/>
          <p:nvPr/>
        </p:nvGrpSpPr>
        <p:grpSpPr>
          <a:xfrm>
            <a:off x="-9088" y="1"/>
            <a:ext cx="12201269" cy="6871884"/>
            <a:chOff x="-6816" y="0"/>
            <a:chExt cx="9150952" cy="5153913"/>
          </a:xfrm>
        </p:grpSpPr>
        <p:grpSp>
          <p:nvGrpSpPr>
            <p:cNvPr id="290" name="Google Shape;290;p29"/>
            <p:cNvGrpSpPr/>
            <p:nvPr/>
          </p:nvGrpSpPr>
          <p:grpSpPr>
            <a:xfrm flipH="1">
              <a:off x="5354613" y="0"/>
              <a:ext cx="3789523" cy="359400"/>
              <a:chOff x="0" y="0"/>
              <a:chExt cx="3789523" cy="359400"/>
            </a:xfrm>
          </p:grpSpPr>
          <p:pic>
            <p:nvPicPr>
              <p:cNvPr id="291" name="Google Shape;291;p29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0" y="0"/>
                <a:ext cx="3789523" cy="359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92" name="Google Shape;292;p29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265125" y="145205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293" name="Google Shape;293;p29"/>
            <p:cNvGrpSpPr/>
            <p:nvPr/>
          </p:nvGrpSpPr>
          <p:grpSpPr>
            <a:xfrm flipH="1">
              <a:off x="-6816" y="4765888"/>
              <a:ext cx="3785698" cy="388025"/>
              <a:chOff x="5363346" y="4765888"/>
              <a:chExt cx="3785698" cy="388025"/>
            </a:xfrm>
          </p:grpSpPr>
          <p:pic>
            <p:nvPicPr>
              <p:cNvPr id="294" name="Google Shape;294;p29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 rot="10800000">
                <a:off x="5363346" y="4765888"/>
                <a:ext cx="3785698" cy="38802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95" name="Google Shape;295;p29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 rot="10800000">
                <a:off x="7300206" y="4925405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296" name="Google Shape;296;p29"/>
          <p:cNvGrpSpPr/>
          <p:nvPr/>
        </p:nvGrpSpPr>
        <p:grpSpPr>
          <a:xfrm>
            <a:off x="1" y="-15384"/>
            <a:ext cx="12191999" cy="6873367"/>
            <a:chOff x="0" y="-11538"/>
            <a:chExt cx="9143999" cy="5155025"/>
          </a:xfrm>
        </p:grpSpPr>
        <p:pic>
          <p:nvPicPr>
            <p:cNvPr id="297" name="Google Shape;297;p29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flipH="1">
              <a:off x="0" y="-11538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8" name="Google Shape;298;p29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 flipH="1">
              <a:off x="8171224" y="4170713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99" name="Google Shape;299;p29"/>
          <p:cNvSpPr txBox="1"/>
          <p:nvPr/>
        </p:nvSpPr>
        <p:spPr>
          <a:xfrm>
            <a:off x="950965" y="4723100"/>
            <a:ext cx="4567200" cy="8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333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CREDITS:</a:t>
            </a:r>
            <a:r>
              <a:rPr lang="en" sz="1333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This presentation template was created by </a:t>
            </a:r>
            <a:r>
              <a:rPr lang="en" sz="1333" b="1" u="sng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8"/>
              </a:rPr>
              <a:t>Slidesgo</a:t>
            </a:r>
            <a:r>
              <a:rPr lang="en" sz="1333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, and includes icons, infographics &amp; images by </a:t>
            </a:r>
            <a:r>
              <a:rPr lang="en" sz="1333" b="1" u="sng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333" u="sng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333" b="1" u="sng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140068924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3" name="Google Shape;303;p30"/>
          <p:cNvPicPr preferRelativeResize="0"/>
          <p:nvPr/>
        </p:nvPicPr>
        <p:blipFill rotWithShape="1">
          <a:blip r:embed="rId3">
            <a:alphaModFix/>
          </a:blip>
          <a:srcRect t="129" b="129"/>
          <a:stretch/>
        </p:blipFill>
        <p:spPr>
          <a:xfrm rot="-5400000">
            <a:off x="-193498" y="4777004"/>
            <a:ext cx="2288927" cy="1743929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541451" y="-18200"/>
            <a:ext cx="1668733" cy="166873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05" name="Google Shape;305;p30"/>
          <p:cNvGrpSpPr/>
          <p:nvPr/>
        </p:nvGrpSpPr>
        <p:grpSpPr>
          <a:xfrm>
            <a:off x="0" y="-18184"/>
            <a:ext cx="11838469" cy="6564824"/>
            <a:chOff x="0" y="-13638"/>
            <a:chExt cx="8878852" cy="4923618"/>
          </a:xfrm>
        </p:grpSpPr>
        <p:pic>
          <p:nvPicPr>
            <p:cNvPr id="306" name="Google Shape;306;p30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7293388" y="4840980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307" name="Google Shape;307;p30"/>
            <p:cNvGrpSpPr/>
            <p:nvPr/>
          </p:nvGrpSpPr>
          <p:grpSpPr>
            <a:xfrm>
              <a:off x="0" y="-13638"/>
              <a:ext cx="6523526" cy="536050"/>
              <a:chOff x="0" y="-13638"/>
              <a:chExt cx="6523526" cy="536050"/>
            </a:xfrm>
          </p:grpSpPr>
          <p:pic>
            <p:nvPicPr>
              <p:cNvPr id="308" name="Google Shape;308;p30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>
                <a:off x="0" y="-13638"/>
                <a:ext cx="6523526" cy="53605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309" name="Google Shape;309;p3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265125" y="232968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  <p:extLst>
      <p:ext uri="{BB962C8B-B14F-4D97-AF65-F5344CB8AC3E}">
        <p14:creationId xmlns:p14="http://schemas.microsoft.com/office/powerpoint/2010/main" val="426541640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3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31"/>
          <p:cNvPicPr preferRelativeResize="0"/>
          <p:nvPr/>
        </p:nvPicPr>
        <p:blipFill rotWithShape="1">
          <a:blip r:embed="rId3">
            <a:alphaModFix/>
          </a:blip>
          <a:srcRect l="73637" t="129" b="129"/>
          <a:stretch/>
        </p:blipFill>
        <p:spPr>
          <a:xfrm>
            <a:off x="11510385" y="51834"/>
            <a:ext cx="603432" cy="174393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3" name="Google Shape;313;p31"/>
          <p:cNvGrpSpPr/>
          <p:nvPr/>
        </p:nvGrpSpPr>
        <p:grpSpPr>
          <a:xfrm>
            <a:off x="-35" y="-27275"/>
            <a:ext cx="1297035" cy="6883859"/>
            <a:chOff x="-26" y="-20456"/>
            <a:chExt cx="972776" cy="5162894"/>
          </a:xfrm>
        </p:grpSpPr>
        <p:pic>
          <p:nvPicPr>
            <p:cNvPr id="314" name="Google Shape;314;p31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flipH="1">
              <a:off x="-25" y="-20456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5" name="Google Shape;315;p31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5400000" flipH="1">
              <a:off x="-26" y="4169663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16" name="Google Shape;316;p31"/>
          <p:cNvGrpSpPr/>
          <p:nvPr/>
        </p:nvGrpSpPr>
        <p:grpSpPr>
          <a:xfrm rot="10800000">
            <a:off x="7157485" y="6378800"/>
            <a:ext cx="5052697" cy="479200"/>
            <a:chOff x="-13638" y="0"/>
            <a:chExt cx="3789523" cy="359400"/>
          </a:xfrm>
        </p:grpSpPr>
        <p:pic>
          <p:nvPicPr>
            <p:cNvPr id="317" name="Google Shape;317;p31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-13638" y="0"/>
              <a:ext cx="3789523" cy="359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8" name="Google Shape;318;p31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265125" y="14520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25397040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A1D311-8527-4480-8C96-2F5FB2330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2C7D8A8-C65A-4FED-B18C-8AD0898CCD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B588B70-D06B-4EB3-AB94-B2B553362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F0B1C36-904E-4E50-9187-52CC59219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7E595D5-ADC7-41BC-A743-11191A324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ED48B-7F78-436B-A11D-1DB119AA003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2885388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 preserve="1">
  <p:cSld name="Blank slide"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547988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>
  <p:cSld name="Title only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34"/>
          <p:cNvSpPr txBox="1">
            <a:spLocks noGrp="1"/>
          </p:cNvSpPr>
          <p:nvPr>
            <p:ph type="title"/>
          </p:nvPr>
        </p:nvSpPr>
        <p:spPr>
          <a:xfrm>
            <a:off x="964600" y="681367"/>
            <a:ext cx="10262800" cy="6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4446848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3.xml"/><Relationship Id="rId1" Type="http://schemas.openxmlformats.org/officeDocument/2006/relationships/slideLayout" Target="../slideLayouts/slideLayout3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1.xml"/><Relationship Id="rId13" Type="http://schemas.openxmlformats.org/officeDocument/2006/relationships/slideLayout" Target="../slideLayouts/slideLayout46.xml"/><Relationship Id="rId18" Type="http://schemas.openxmlformats.org/officeDocument/2006/relationships/slideLayout" Target="../slideLayouts/slideLayout51.xml"/><Relationship Id="rId26" Type="http://schemas.openxmlformats.org/officeDocument/2006/relationships/slideLayout" Target="../slideLayouts/slideLayout59.xml"/><Relationship Id="rId3" Type="http://schemas.openxmlformats.org/officeDocument/2006/relationships/slideLayout" Target="../slideLayouts/slideLayout36.xml"/><Relationship Id="rId21" Type="http://schemas.openxmlformats.org/officeDocument/2006/relationships/slideLayout" Target="../slideLayouts/slideLayout54.xml"/><Relationship Id="rId7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45.xml"/><Relationship Id="rId17" Type="http://schemas.openxmlformats.org/officeDocument/2006/relationships/slideLayout" Target="../slideLayouts/slideLayout50.xml"/><Relationship Id="rId25" Type="http://schemas.openxmlformats.org/officeDocument/2006/relationships/slideLayout" Target="../slideLayouts/slideLayout58.xml"/><Relationship Id="rId2" Type="http://schemas.openxmlformats.org/officeDocument/2006/relationships/slideLayout" Target="../slideLayouts/slideLayout35.xml"/><Relationship Id="rId16" Type="http://schemas.openxmlformats.org/officeDocument/2006/relationships/slideLayout" Target="../slideLayouts/slideLayout49.xml"/><Relationship Id="rId20" Type="http://schemas.openxmlformats.org/officeDocument/2006/relationships/slideLayout" Target="../slideLayouts/slideLayout53.xml"/><Relationship Id="rId29" Type="http://schemas.openxmlformats.org/officeDocument/2006/relationships/slideLayout" Target="../slideLayouts/slideLayout62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4.xml"/><Relationship Id="rId24" Type="http://schemas.openxmlformats.org/officeDocument/2006/relationships/slideLayout" Target="../slideLayouts/slideLayout57.xml"/><Relationship Id="rId32" Type="http://schemas.openxmlformats.org/officeDocument/2006/relationships/theme" Target="../theme/theme3.xml"/><Relationship Id="rId5" Type="http://schemas.openxmlformats.org/officeDocument/2006/relationships/slideLayout" Target="../slideLayouts/slideLayout38.xml"/><Relationship Id="rId15" Type="http://schemas.openxmlformats.org/officeDocument/2006/relationships/slideLayout" Target="../slideLayouts/slideLayout48.xml"/><Relationship Id="rId23" Type="http://schemas.openxmlformats.org/officeDocument/2006/relationships/slideLayout" Target="../slideLayouts/slideLayout56.xml"/><Relationship Id="rId28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43.xml"/><Relationship Id="rId19" Type="http://schemas.openxmlformats.org/officeDocument/2006/relationships/slideLayout" Target="../slideLayouts/slideLayout52.xml"/><Relationship Id="rId31" Type="http://schemas.openxmlformats.org/officeDocument/2006/relationships/slideLayout" Target="../slideLayouts/slideLayout64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14" Type="http://schemas.openxmlformats.org/officeDocument/2006/relationships/slideLayout" Target="../slideLayouts/slideLayout47.xml"/><Relationship Id="rId22" Type="http://schemas.openxmlformats.org/officeDocument/2006/relationships/slideLayout" Target="../slideLayouts/slideLayout55.xml"/><Relationship Id="rId27" Type="http://schemas.openxmlformats.org/officeDocument/2006/relationships/slideLayout" Target="../slideLayouts/slideLayout60.xml"/><Relationship Id="rId30" Type="http://schemas.openxmlformats.org/officeDocument/2006/relationships/slideLayout" Target="../slideLayouts/slideLayout6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theme" Target="../theme/theme4.xml"/><Relationship Id="rId2" Type="http://schemas.openxmlformats.org/officeDocument/2006/relationships/slideLayout" Target="../slideLayouts/slideLayout66.xml"/><Relationship Id="rId1" Type="http://schemas.openxmlformats.org/officeDocument/2006/relationships/slideLayout" Target="../slideLayouts/slideLayout6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88071139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E2A47"/>
        </a:solidFill>
        <a:effectLst/>
      </p:bgPr>
    </p:bg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2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321" name="Google Shape;321;p32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9191076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3" r:id="rId1"/>
    <p:sldLayoutId id="2147483694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2019082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  <p:sldLayoutId id="2147483708" r:id="rId13"/>
    <p:sldLayoutId id="2147483709" r:id="rId14"/>
    <p:sldLayoutId id="2147483710" r:id="rId15"/>
    <p:sldLayoutId id="2147483711" r:id="rId16"/>
    <p:sldLayoutId id="2147483712" r:id="rId17"/>
    <p:sldLayoutId id="2147483713" r:id="rId18"/>
    <p:sldLayoutId id="2147483714" r:id="rId19"/>
    <p:sldLayoutId id="2147483715" r:id="rId20"/>
    <p:sldLayoutId id="2147483716" r:id="rId21"/>
    <p:sldLayoutId id="2147483717" r:id="rId22"/>
    <p:sldLayoutId id="2147483718" r:id="rId23"/>
    <p:sldLayoutId id="2147483719" r:id="rId24"/>
    <p:sldLayoutId id="2147483720" r:id="rId25"/>
    <p:sldLayoutId id="2147483721" r:id="rId26"/>
    <p:sldLayoutId id="2147483722" r:id="rId27"/>
    <p:sldLayoutId id="2147483723" r:id="rId28"/>
    <p:sldLayoutId id="2147483724" r:id="rId29"/>
    <p:sldLayoutId id="2147483725" r:id="rId30"/>
    <p:sldLayoutId id="2147483726" r:id="rId3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E2A47"/>
        </a:solidFill>
        <a:effectLst/>
      </p:bgPr>
    </p:bg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2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321" name="Google Shape;321;p32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99399668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28" r:id="rId1"/>
    <p:sldLayoutId id="2147483729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isk.yandex.ru/i/qb2iunTlVuz_kw" TargetMode="External"/><Relationship Id="rId2" Type="http://schemas.openxmlformats.org/officeDocument/2006/relationships/hyperlink" Target="https://github.com/maxikfedorov/trade-defense-platform" TargetMode="External"/><Relationship Id="rId1" Type="http://schemas.openxmlformats.org/officeDocument/2006/relationships/slideLayout" Target="../slideLayouts/slideLayout31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2F54A5-F55E-493D-AF60-CA5E68C5B9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2956" y="955802"/>
            <a:ext cx="10606087" cy="932266"/>
          </a:xfrm>
        </p:spPr>
        <p:txBody>
          <a:bodyPr>
            <a:noAutofit/>
          </a:bodyPr>
          <a:lstStyle/>
          <a:p>
            <a:r>
              <a:rPr lang="ru-RU" sz="4400" dirty="0">
                <a:latin typeface="Montserrat" panose="00000500000000000000" pitchFamily="2" charset="-52"/>
                <a:cs typeface="Poppins" panose="00000500000000000000" pitchFamily="2" charset="0"/>
              </a:rPr>
              <a:t>ХАКАТОН ОТКРОЙ</a:t>
            </a:r>
            <a:r>
              <a:rPr lang="en-US" sz="4400" dirty="0">
                <a:latin typeface="Montserrat" panose="00000500000000000000" pitchFamily="2" charset="-52"/>
                <a:cs typeface="Poppins" panose="00000500000000000000" pitchFamily="2" charset="0"/>
              </a:rPr>
              <a:t>#</a:t>
            </a:r>
            <a:r>
              <a:rPr lang="ru-RU" sz="4400" dirty="0">
                <a:latin typeface="Montserrat" panose="00000500000000000000" pitchFamily="2" charset="-52"/>
                <a:cs typeface="Poppins" panose="00000500000000000000" pitchFamily="2" charset="0"/>
              </a:rPr>
              <a:t>МОСПРОМ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24A96E-DB79-411A-AD23-837314D30531}"/>
              </a:ext>
            </a:extLst>
          </p:cNvPr>
          <p:cNvSpPr txBox="1"/>
          <p:nvPr/>
        </p:nvSpPr>
        <p:spPr>
          <a:xfrm>
            <a:off x="479424" y="2153058"/>
            <a:ext cx="11233150" cy="41703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</a:pPr>
            <a:r>
              <a:rPr lang="ru-RU" sz="1800" b="1" dirty="0">
                <a:latin typeface="Montserrat" panose="00000500000000000000" pitchFamily="2" charset="-52"/>
                <a:cs typeface="Poppins" panose="00000500000000000000" pitchFamily="2" charset="0"/>
              </a:rPr>
              <a:t>Кейс: </a:t>
            </a:r>
          </a:p>
          <a:p>
            <a:pPr algn="ctr">
              <a:spcBef>
                <a:spcPts val="600"/>
              </a:spcBef>
            </a:pPr>
            <a:r>
              <a:rPr lang="ru-RU" sz="1800" dirty="0">
                <a:latin typeface="Montserrat" panose="00000500000000000000" pitchFamily="2" charset="-52"/>
                <a:cs typeface="Poppins" panose="00000500000000000000" pitchFamily="2" charset="0"/>
              </a:rPr>
              <a:t>Разработка автоматизированной информационной системы для системной оценки эффективности мер </a:t>
            </a:r>
            <a:r>
              <a:rPr lang="ru-RU" sz="1800" b="1" dirty="0">
                <a:latin typeface="Montserrat" panose="00000500000000000000" pitchFamily="2" charset="-52"/>
                <a:cs typeface="Poppins" panose="00000500000000000000" pitchFamily="2" charset="0"/>
              </a:rPr>
              <a:t>ТТР</a:t>
            </a:r>
          </a:p>
          <a:p>
            <a:pPr algn="ctr">
              <a:spcBef>
                <a:spcPts val="600"/>
              </a:spcBef>
            </a:pPr>
            <a:endParaRPr lang="ru-RU" sz="2000" dirty="0">
              <a:latin typeface="Montserrat" panose="00000500000000000000" pitchFamily="2" charset="-52"/>
              <a:cs typeface="Poppins" panose="00000500000000000000" pitchFamily="2" charset="0"/>
            </a:endParaRPr>
          </a:p>
          <a:p>
            <a:pPr algn="ctr">
              <a:spcBef>
                <a:spcPts val="600"/>
              </a:spcBef>
            </a:pPr>
            <a:r>
              <a:rPr lang="ru-RU" sz="2000" b="1" i="0" u="none" strike="noStrike" kern="1200" dirty="0">
                <a:solidFill>
                  <a:srgbClr val="000000"/>
                </a:solidFill>
                <a:effectLst/>
                <a:latin typeface="Montserrat" panose="00000500000000000000" pitchFamily="2" charset="-52"/>
                <a:cs typeface="Poppins" panose="00000500000000000000" pitchFamily="2" charset="0"/>
              </a:rPr>
              <a:t>Команда разработки вуза РТУ МИРЭА - «</a:t>
            </a:r>
            <a:r>
              <a:rPr lang="ru-RU" sz="2000" b="1" i="0" u="none" strike="noStrike" kern="1200" dirty="0" err="1">
                <a:solidFill>
                  <a:srgbClr val="000000"/>
                </a:solidFill>
                <a:effectLst/>
                <a:latin typeface="Montserrat" panose="00000500000000000000" pitchFamily="2" charset="-52"/>
                <a:cs typeface="Poppins" panose="00000500000000000000" pitchFamily="2" charset="0"/>
              </a:rPr>
              <a:t>НейроСанитары</a:t>
            </a:r>
            <a:r>
              <a:rPr lang="ru-RU" sz="2000" b="1" dirty="0">
                <a:solidFill>
                  <a:srgbClr val="000000"/>
                </a:solidFill>
                <a:latin typeface="Montserrat" panose="00000500000000000000" pitchFamily="2" charset="-52"/>
                <a:cs typeface="Poppins" panose="00000500000000000000" pitchFamily="2" charset="0"/>
              </a:rPr>
              <a:t>»</a:t>
            </a:r>
            <a:r>
              <a:rPr lang="ru-RU" sz="2000" b="1" i="0" u="none" strike="noStrike" kern="1200" dirty="0">
                <a:solidFill>
                  <a:srgbClr val="000000"/>
                </a:solidFill>
                <a:effectLst/>
                <a:latin typeface="Montserrat" panose="00000500000000000000" pitchFamily="2" charset="-52"/>
                <a:cs typeface="Poppins" panose="00000500000000000000" pitchFamily="2" charset="0"/>
              </a:rPr>
              <a:t> </a:t>
            </a:r>
            <a:endParaRPr lang="en-US" sz="2000" dirty="0">
              <a:latin typeface="Montserrat" panose="00000500000000000000" pitchFamily="2" charset="-52"/>
              <a:cs typeface="Poppins" panose="00000500000000000000" pitchFamily="2" charset="0"/>
            </a:endParaRPr>
          </a:p>
          <a:p>
            <a:pPr algn="ctr">
              <a:spcBef>
                <a:spcPts val="600"/>
              </a:spcBef>
            </a:pPr>
            <a:r>
              <a:rPr lang="ru-RU" sz="2000" dirty="0">
                <a:latin typeface="Montserrat" panose="00000500000000000000" pitchFamily="2" charset="-52"/>
                <a:cs typeface="Poppins" panose="00000500000000000000" pitchFamily="2" charset="0"/>
              </a:rPr>
              <a:t>Фёдоров Максим </a:t>
            </a:r>
            <a:r>
              <a:rPr lang="ru-RU" sz="2000" b="1" dirty="0">
                <a:latin typeface="Montserrat" panose="00000500000000000000" pitchFamily="2" charset="-52"/>
                <a:cs typeface="Poppins" panose="00000500000000000000" pitchFamily="2" charset="0"/>
              </a:rPr>
              <a:t>(к)</a:t>
            </a:r>
          </a:p>
          <a:p>
            <a:pPr algn="ctr">
              <a:spcBef>
                <a:spcPts val="600"/>
              </a:spcBef>
            </a:pPr>
            <a:r>
              <a:rPr lang="ru-RU" sz="2000" dirty="0" err="1">
                <a:latin typeface="Montserrat" panose="00000500000000000000" pitchFamily="2" charset="-52"/>
                <a:cs typeface="Poppins" panose="00000500000000000000" pitchFamily="2" charset="0"/>
              </a:rPr>
              <a:t>Полубарьев</a:t>
            </a:r>
            <a:r>
              <a:rPr lang="ru-RU" sz="2000" dirty="0">
                <a:latin typeface="Montserrat" panose="00000500000000000000" pitchFamily="2" charset="-52"/>
                <a:cs typeface="Poppins" panose="00000500000000000000" pitchFamily="2" charset="0"/>
              </a:rPr>
              <a:t> Михаил</a:t>
            </a:r>
          </a:p>
          <a:p>
            <a:pPr algn="ctr">
              <a:spcBef>
                <a:spcPts val="600"/>
              </a:spcBef>
            </a:pPr>
            <a:r>
              <a:rPr lang="ru-RU" sz="2000" dirty="0">
                <a:latin typeface="Montserrat" panose="00000500000000000000" pitchFamily="2" charset="-52"/>
                <a:cs typeface="Poppins" panose="00000500000000000000" pitchFamily="2" charset="0"/>
              </a:rPr>
              <a:t>Фёдоров Дмитрий</a:t>
            </a:r>
          </a:p>
          <a:p>
            <a:pPr algn="ctr">
              <a:spcBef>
                <a:spcPts val="600"/>
              </a:spcBef>
            </a:pPr>
            <a:r>
              <a:rPr lang="ru-RU" sz="2000" dirty="0">
                <a:latin typeface="Montserrat" panose="00000500000000000000" pitchFamily="2" charset="-52"/>
                <a:cs typeface="Poppins" panose="00000500000000000000" pitchFamily="2" charset="0"/>
              </a:rPr>
              <a:t>Сомов Никита</a:t>
            </a:r>
          </a:p>
          <a:p>
            <a:pPr algn="ctr">
              <a:spcBef>
                <a:spcPts val="600"/>
              </a:spcBef>
            </a:pPr>
            <a:r>
              <a:rPr lang="ru-RU" sz="2000" dirty="0">
                <a:latin typeface="Montserrat" panose="00000500000000000000" pitchFamily="2" charset="-52"/>
                <a:cs typeface="Poppins" panose="00000500000000000000" pitchFamily="2" charset="0"/>
              </a:rPr>
              <a:t>Самсоненко Станислав</a:t>
            </a:r>
          </a:p>
          <a:p>
            <a:pPr algn="ctr">
              <a:spcBef>
                <a:spcPts val="600"/>
              </a:spcBef>
            </a:pPr>
            <a:endParaRPr lang="ru-RU" sz="2000" dirty="0">
              <a:latin typeface="Montserrat" panose="00000500000000000000" pitchFamily="2" charset="-52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45466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4C60BE-ED6D-4F76-A595-A369F47453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0967" y="476250"/>
            <a:ext cx="10007502" cy="763600"/>
          </a:xfrm>
        </p:spPr>
        <p:txBody>
          <a:bodyPr/>
          <a:lstStyle/>
          <a:p>
            <a:r>
              <a:rPr lang="ru-RU" sz="3200" dirty="0">
                <a:latin typeface="Montserrat" panose="00000500000000000000" pitchFamily="2" charset="-52"/>
              </a:rPr>
              <a:t>Постановка цели и задач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E4A977E-2D03-4402-BDA3-6CA2186B06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0967" y="1089337"/>
            <a:ext cx="10290000" cy="5327337"/>
          </a:xfrm>
        </p:spPr>
        <p:txBody>
          <a:bodyPr>
            <a:no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ru-RU" sz="1750" b="1" dirty="0">
                <a:latin typeface="Montserrat" panose="00000500000000000000" pitchFamily="2" charset="-52"/>
              </a:rPr>
              <a:t>Цель:</a:t>
            </a:r>
            <a:r>
              <a:rPr lang="ru-RU" sz="1750" dirty="0">
                <a:latin typeface="Montserrat" panose="00000500000000000000" pitchFamily="2" charset="-52"/>
              </a:rPr>
              <a:t> </a:t>
            </a:r>
            <a:endParaRPr lang="en-US" sz="1750" dirty="0">
              <a:latin typeface="Montserrat" panose="00000500000000000000" pitchFamily="2" charset="-52"/>
            </a:endParaRPr>
          </a:p>
          <a:p>
            <a:pPr marL="0" indent="0" algn="l">
              <a:lnSpc>
                <a:spcPct val="160000"/>
              </a:lnSpc>
              <a:buNone/>
            </a:pPr>
            <a:r>
              <a:rPr lang="ru-RU" sz="1750" b="0" i="0" u="none" strike="noStrike" baseline="0" dirty="0">
                <a:latin typeface="Montserrat" panose="00000500000000000000" pitchFamily="2" charset="-52"/>
              </a:rPr>
              <a:t>Разработать прототип ЕАИС, позволяющий при введении запроса в формате «наименование товара — действующий код ТН ВЭД на 6/10 знаках» получить первичный срез по возможным мерам ТТП, доступным для российских производителей данного товара.</a:t>
            </a:r>
          </a:p>
          <a:p>
            <a:pPr marL="0" indent="0" algn="l">
              <a:lnSpc>
                <a:spcPct val="160000"/>
              </a:lnSpc>
              <a:spcBef>
                <a:spcPts val="600"/>
              </a:spcBef>
              <a:buNone/>
            </a:pPr>
            <a:r>
              <a:rPr lang="ru-RU" sz="1750" b="1" dirty="0">
                <a:latin typeface="Montserrat" panose="00000500000000000000" pitchFamily="2" charset="-52"/>
              </a:rPr>
              <a:t>Задачи:</a:t>
            </a:r>
          </a:p>
          <a:p>
            <a:pPr algn="l">
              <a:lnSpc>
                <a:spcPct val="160000"/>
              </a:lnSpc>
            </a:pPr>
            <a:r>
              <a:rPr lang="ru-RU" sz="1750" dirty="0">
                <a:latin typeface="Montserrat" panose="00000500000000000000" pitchFamily="2" charset="-52"/>
              </a:rPr>
              <a:t>Анализ целевой аудитории, пользовательского опыта и других подобных сервисов</a:t>
            </a:r>
          </a:p>
          <a:p>
            <a:pPr algn="l">
              <a:lnSpc>
                <a:spcPct val="160000"/>
              </a:lnSpc>
            </a:pPr>
            <a:r>
              <a:rPr lang="ru-RU" sz="1750" dirty="0">
                <a:latin typeface="Montserrat" panose="00000500000000000000" pitchFamily="2" charset="-52"/>
              </a:rPr>
              <a:t>Создать прототип, решающий заявленные проблемы</a:t>
            </a:r>
          </a:p>
          <a:p>
            <a:pPr algn="l">
              <a:lnSpc>
                <a:spcPct val="160000"/>
              </a:lnSpc>
            </a:pPr>
            <a:r>
              <a:rPr lang="ru-RU" sz="1750" dirty="0">
                <a:latin typeface="Montserrat" panose="00000500000000000000" pitchFamily="2" charset="-52"/>
              </a:rPr>
              <a:t>Создать пользовательский интерфейс для прототипа</a:t>
            </a:r>
          </a:p>
          <a:p>
            <a:pPr algn="l">
              <a:lnSpc>
                <a:spcPct val="160000"/>
              </a:lnSpc>
            </a:pPr>
            <a:r>
              <a:rPr lang="ru-RU" sz="1750" dirty="0">
                <a:latin typeface="Montserrat" panose="00000500000000000000" pitchFamily="2" charset="-52"/>
              </a:rPr>
              <a:t>Рассчитать экономический эффект от внедрения ПО</a:t>
            </a:r>
          </a:p>
          <a:p>
            <a:pPr algn="l">
              <a:lnSpc>
                <a:spcPct val="160000"/>
              </a:lnSpc>
            </a:pPr>
            <a:r>
              <a:rPr lang="ru-RU" sz="1750" dirty="0">
                <a:latin typeface="Montserrat" panose="00000500000000000000" pitchFamily="2" charset="-52"/>
              </a:rPr>
              <a:t>Добавление в проект технологий искусственного интеллекта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94217AD-0097-484D-8292-EBFCBCD5B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ED48B-7F78-436B-A11D-1DB119AA0031}" type="slidenum">
              <a:rPr lang="ru-RU" smtClean="0"/>
              <a:t>2</a:t>
            </a:fld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518562-9302-4CFF-B631-18BEBF510F82}"/>
              </a:ext>
            </a:extLst>
          </p:cNvPr>
          <p:cNvSpPr txBox="1"/>
          <p:nvPr/>
        </p:nvSpPr>
        <p:spPr>
          <a:xfrm>
            <a:off x="11461750" y="6165850"/>
            <a:ext cx="2841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-52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0691731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BED27C-2580-4606-B184-EB9D317016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913" y="275063"/>
            <a:ext cx="10381970" cy="728985"/>
          </a:xfrm>
        </p:spPr>
        <p:txBody>
          <a:bodyPr/>
          <a:lstStyle/>
          <a:p>
            <a:r>
              <a:rPr lang="ru-RU" dirty="0">
                <a:latin typeface="Montserrat" panose="00000500000000000000" pitchFamily="2" charset="-52"/>
              </a:rPr>
              <a:t>ФУНКЦИОНАЛЬНОСТЬ СИСТЕМЫ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74ED43E-1FB6-4E78-8867-3B2389E9F2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913" y="1107688"/>
            <a:ext cx="5212024" cy="489267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64DAE2C-E85D-46D4-9F7B-95594CA4DA4A}"/>
              </a:ext>
            </a:extLst>
          </p:cNvPr>
          <p:cNvSpPr txBox="1"/>
          <p:nvPr/>
        </p:nvSpPr>
        <p:spPr>
          <a:xfrm>
            <a:off x="1013496" y="6104003"/>
            <a:ext cx="4539813" cy="3952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lang="ru-RU" sz="1400" dirty="0">
                <a:latin typeface="Montserrat" panose="00000500000000000000" pitchFamily="2" charset="-52"/>
              </a:rPr>
              <a:t>Рисунок А – Диаграмма прецедентов системы</a:t>
            </a:r>
          </a:p>
        </p:txBody>
      </p:sp>
      <p:sp>
        <p:nvSpPr>
          <p:cNvPr id="8" name="Объект 2">
            <a:extLst>
              <a:ext uri="{FF2B5EF4-FFF2-40B4-BE49-F238E27FC236}">
                <a16:creationId xmlns:a16="http://schemas.microsoft.com/office/drawing/2014/main" id="{B12ED34F-D7B9-4CFC-B3A2-BFEA8691E2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9" y="1004048"/>
            <a:ext cx="5580064" cy="5322411"/>
          </a:xfrm>
        </p:spPr>
        <p:txBody>
          <a:bodyPr>
            <a:no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ru-RU" sz="1450" dirty="0">
                <a:latin typeface="Montserrat" panose="00000500000000000000" pitchFamily="2" charset="-52"/>
              </a:rPr>
              <a:t>Функциональность системы построена вокруг ключевого сценария использования. Пользователь начинает работу с ввода кода ТН ВЭД интересующего его товара. После этого система запускает основной процесс обработки: она обращается к внешним справочникам и базам данных, анализирует полученную информацию и формирует ответ с рекомендуемыми мерами таможенно-тарифного регулирования. Для обеспечения прозрачности и отслеживания, все этапы обработки данных </a:t>
            </a:r>
            <a:r>
              <a:rPr lang="ru-RU" sz="1450" dirty="0" err="1">
                <a:latin typeface="Montserrat" panose="00000500000000000000" pitchFamily="2" charset="-52"/>
              </a:rPr>
              <a:t>логируются</a:t>
            </a:r>
            <a:r>
              <a:rPr lang="ru-RU" sz="1450" dirty="0">
                <a:latin typeface="Montserrat" panose="00000500000000000000" pitchFamily="2" charset="-52"/>
              </a:rPr>
              <a:t>. Конечный результат анализа возвращается пользователю через API, а также может быть сформирован в виде официального отчета, который пользователь может скачать.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1FEC5767-C186-49C6-943C-47263D785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ED48B-7F78-436B-A11D-1DB119AA0031}" type="slidenum">
              <a:rPr lang="ru-RU" smtClean="0"/>
              <a:t>3</a:t>
            </a:fld>
            <a:endParaRPr lang="ru-R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E634CA-2D91-4C00-A50E-0E7DDDC471A7}"/>
              </a:ext>
            </a:extLst>
          </p:cNvPr>
          <p:cNvSpPr txBox="1"/>
          <p:nvPr/>
        </p:nvSpPr>
        <p:spPr>
          <a:xfrm>
            <a:off x="11461750" y="6165850"/>
            <a:ext cx="2841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-52"/>
              </a:rPr>
              <a:t>3</a:t>
            </a:r>
            <a:endParaRPr lang="ru-RU" b="1" dirty="0">
              <a:solidFill>
                <a:schemeClr val="tx1">
                  <a:lumMod val="50000"/>
                  <a:lumOff val="50000"/>
                </a:schemeClr>
              </a:solidFill>
              <a:latin typeface="Montserrat" panose="000005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23332236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8E4823-A14E-48B9-89DE-408927D01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435" y="320303"/>
            <a:ext cx="10515600" cy="710639"/>
          </a:xfrm>
        </p:spPr>
        <p:txBody>
          <a:bodyPr/>
          <a:lstStyle/>
          <a:p>
            <a:r>
              <a:rPr lang="ru-RU" dirty="0">
                <a:latin typeface="Montserrat" panose="00000500000000000000" pitchFamily="2" charset="-52"/>
              </a:rPr>
              <a:t>АРХИТЕКТУРА ИНТЕЛЛЕКТУЛЬАНОЙ СИСТЕМЫ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807273-5ACD-4054-A3DB-463CB57F7BDE}"/>
              </a:ext>
            </a:extLst>
          </p:cNvPr>
          <p:cNvSpPr txBox="1"/>
          <p:nvPr/>
        </p:nvSpPr>
        <p:spPr>
          <a:xfrm>
            <a:off x="2055920" y="6142461"/>
            <a:ext cx="8413002" cy="3952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lang="ru-RU" sz="1400" dirty="0">
                <a:latin typeface="Montserrat" panose="00000500000000000000" pitchFamily="2" charset="-52"/>
              </a:rPr>
              <a:t>Рисунок А – Диаграмма архитектура системы в нотации </a:t>
            </a:r>
            <a:r>
              <a:rPr lang="en-US" sz="1400" dirty="0">
                <a:latin typeface="Montserrat" panose="00000500000000000000" pitchFamily="2" charset="-52"/>
              </a:rPr>
              <a:t>C4 (</a:t>
            </a:r>
            <a:r>
              <a:rPr lang="ru-RU" sz="1400" dirty="0">
                <a:latin typeface="Montserrat" panose="00000500000000000000" pitchFamily="2" charset="-52"/>
              </a:rPr>
              <a:t>контейнерный уровень</a:t>
            </a:r>
            <a:r>
              <a:rPr lang="en-US" sz="1400" dirty="0">
                <a:latin typeface="Montserrat" panose="00000500000000000000" pitchFamily="2" charset="-52"/>
              </a:rPr>
              <a:t>)</a:t>
            </a:r>
            <a:endParaRPr lang="ru-RU" sz="1400" dirty="0">
              <a:latin typeface="Montserrat" panose="00000500000000000000" pitchFamily="2" charset="-52"/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7ACCBD80-3CAA-42B2-BF55-BD0463D31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387" y="1158524"/>
            <a:ext cx="10381226" cy="4856354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942AECEF-32C9-4493-95DC-A2B24F1DC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ED48B-7F78-436B-A11D-1DB119AA0031}" type="slidenum">
              <a:rPr lang="ru-RU" smtClean="0"/>
              <a:t>4</a:t>
            </a:fld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BD6131-4BAA-4DCF-87E4-031A9B1A50CE}"/>
              </a:ext>
            </a:extLst>
          </p:cNvPr>
          <p:cNvSpPr txBox="1"/>
          <p:nvPr/>
        </p:nvSpPr>
        <p:spPr>
          <a:xfrm>
            <a:off x="11461750" y="6165850"/>
            <a:ext cx="2841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-52"/>
              </a:rPr>
              <a:t>4</a:t>
            </a:r>
            <a:endParaRPr lang="ru-RU" b="1" dirty="0">
              <a:solidFill>
                <a:schemeClr val="tx1">
                  <a:lumMod val="50000"/>
                  <a:lumOff val="50000"/>
                </a:schemeClr>
              </a:solidFill>
              <a:latin typeface="Montserrat" panose="000005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11832675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1BF54C-DF6C-43D4-B14E-350039A24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700" y="458258"/>
            <a:ext cx="10290000" cy="763600"/>
          </a:xfrm>
        </p:spPr>
        <p:txBody>
          <a:bodyPr/>
          <a:lstStyle/>
          <a:p>
            <a:r>
              <a:rPr lang="ru-RU" dirty="0">
                <a:latin typeface="Montserrat" panose="00000500000000000000" pitchFamily="2" charset="-52"/>
              </a:rPr>
              <a:t>ВЫБОР ТЕХНОЛОГИЙ РАЗРАБОТКИ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DE7D96E-D15A-49AF-B933-53EA77EB6EB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445" r="10338" b="8652"/>
          <a:stretch/>
        </p:blipFill>
        <p:spPr bwMode="auto">
          <a:xfrm>
            <a:off x="442913" y="1368349"/>
            <a:ext cx="6238979" cy="45524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Объект 2">
            <a:extLst>
              <a:ext uri="{FF2B5EF4-FFF2-40B4-BE49-F238E27FC236}">
                <a16:creationId xmlns:a16="http://schemas.microsoft.com/office/drawing/2014/main" id="{A4C9281A-6C95-4789-9E9E-94E11B9DD9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7199" y="1283449"/>
            <a:ext cx="4868863" cy="4812552"/>
          </a:xfrm>
        </p:spPr>
        <p:txBody>
          <a:bodyPr>
            <a:no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ru-RU" sz="1150" dirty="0">
                <a:latin typeface="Montserrat" panose="00000500000000000000" pitchFamily="2" charset="-52"/>
              </a:rPr>
              <a:t>Для разработки системы был применен современный сервис-ориентированный монолитный подход . </a:t>
            </a:r>
            <a:r>
              <a:rPr lang="ru-RU" sz="1150" dirty="0" err="1">
                <a:latin typeface="Montserrat" panose="00000500000000000000" pitchFamily="2" charset="-52"/>
              </a:rPr>
              <a:t>Frontend</a:t>
            </a:r>
            <a:r>
              <a:rPr lang="ru-RU" sz="1150" dirty="0">
                <a:latin typeface="Montserrat" panose="00000500000000000000" pitchFamily="2" charset="-52"/>
              </a:rPr>
              <a:t>-часть создана на </a:t>
            </a:r>
            <a:r>
              <a:rPr lang="ru-RU" sz="1150" dirty="0" err="1">
                <a:latin typeface="Montserrat" panose="00000500000000000000" pitchFamily="2" charset="-52"/>
              </a:rPr>
              <a:t>React</a:t>
            </a:r>
            <a:r>
              <a:rPr lang="ru-RU" sz="1150" dirty="0">
                <a:latin typeface="Montserrat" panose="00000500000000000000" pitchFamily="2" charset="-52"/>
              </a:rPr>
              <a:t> с использованием </a:t>
            </a:r>
            <a:r>
              <a:rPr lang="ru-RU" sz="1150" dirty="0" err="1">
                <a:latin typeface="Montserrat" panose="00000500000000000000" pitchFamily="2" charset="-52"/>
              </a:rPr>
              <a:t>Ant</a:t>
            </a:r>
            <a:r>
              <a:rPr lang="ru-RU" sz="1150" dirty="0">
                <a:latin typeface="Montserrat" panose="00000500000000000000" pitchFamily="2" charset="-52"/>
              </a:rPr>
              <a:t> Design. В качестве основного </a:t>
            </a:r>
            <a:r>
              <a:rPr lang="ru-RU" sz="1150" dirty="0" err="1">
                <a:latin typeface="Montserrat" panose="00000500000000000000" pitchFamily="2" charset="-52"/>
              </a:rPr>
              <a:t>Backend</a:t>
            </a:r>
            <a:r>
              <a:rPr lang="ru-RU" sz="1150" dirty="0">
                <a:latin typeface="Montserrat" panose="00000500000000000000" pitchFamily="2" charset="-52"/>
              </a:rPr>
              <a:t> Gateway был выбран </a:t>
            </a:r>
            <a:r>
              <a:rPr lang="ru-RU" sz="1150" dirty="0" err="1">
                <a:latin typeface="Montserrat" panose="00000500000000000000" pitchFamily="2" charset="-52"/>
              </a:rPr>
              <a:t>Kotlin</a:t>
            </a:r>
            <a:r>
              <a:rPr lang="ru-RU" sz="1150" dirty="0">
                <a:latin typeface="Montserrat" panose="00000500000000000000" pitchFamily="2" charset="-52"/>
              </a:rPr>
              <a:t> и Spring Boot за высокую производительность, надежность и строгую типизацию, что критически важно для создания стабильных корпоративных приложений. Задачи искусственного интеллекта вынесены в отдельный сервис на Python с фреймворком </a:t>
            </a:r>
            <a:r>
              <a:rPr lang="ru-RU" sz="1150" dirty="0" err="1">
                <a:latin typeface="Montserrat" panose="00000500000000000000" pitchFamily="2" charset="-52"/>
              </a:rPr>
              <a:t>FastAPI</a:t>
            </a:r>
            <a:r>
              <a:rPr lang="ru-RU" sz="1150" dirty="0">
                <a:latin typeface="Montserrat" panose="00000500000000000000" pitchFamily="2" charset="-52"/>
              </a:rPr>
              <a:t>, который является отраслевым стандартом для работы с ML-моделями и обеспечивает легкую интеграцию с </a:t>
            </a:r>
            <a:r>
              <a:rPr lang="ru-RU" sz="1150" dirty="0" err="1">
                <a:latin typeface="Montserrat" panose="00000500000000000000" pitchFamily="2" charset="-52"/>
              </a:rPr>
              <a:t>YandexGPT</a:t>
            </a:r>
            <a:r>
              <a:rPr lang="ru-RU" sz="1150" dirty="0">
                <a:latin typeface="Montserrat" panose="00000500000000000000" pitchFamily="2" charset="-52"/>
              </a:rPr>
              <a:t> и векторными моделями. Для хранения данных используется гибридный подход: PostgreSQL для структурированной информации и </a:t>
            </a:r>
            <a:r>
              <a:rPr lang="ru-RU" sz="1150" dirty="0" err="1">
                <a:latin typeface="Montserrat" panose="00000500000000000000" pitchFamily="2" charset="-52"/>
              </a:rPr>
              <a:t>Qdrant</a:t>
            </a:r>
            <a:r>
              <a:rPr lang="ru-RU" sz="1150" dirty="0">
                <a:latin typeface="Montserrat" panose="00000500000000000000" pitchFamily="2" charset="-52"/>
              </a:rPr>
              <a:t> как векторная база данных для эффективного семантического поиска. Вся инфраструктура управляется через </a:t>
            </a:r>
            <a:r>
              <a:rPr lang="ru-RU" sz="1150" dirty="0" err="1">
                <a:latin typeface="Montserrat" panose="00000500000000000000" pitchFamily="2" charset="-52"/>
              </a:rPr>
              <a:t>Docker</a:t>
            </a:r>
            <a:r>
              <a:rPr lang="ru-RU" sz="1150" dirty="0">
                <a:latin typeface="Montserrat" panose="00000500000000000000" pitchFamily="2" charset="-52"/>
              </a:rPr>
              <a:t>, что гарантирует </a:t>
            </a:r>
            <a:r>
              <a:rPr lang="ru-RU" sz="1150" dirty="0" err="1">
                <a:latin typeface="Montserrat" panose="00000500000000000000" pitchFamily="2" charset="-52"/>
              </a:rPr>
              <a:t>консистентность</a:t>
            </a:r>
            <a:r>
              <a:rPr lang="ru-RU" sz="1150" dirty="0">
                <a:latin typeface="Montserrat" panose="00000500000000000000" pitchFamily="2" charset="-52"/>
              </a:rPr>
              <a:t> окружения и упрощает развертывание.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1F241AE-5B05-493D-825A-065B31C21A49}"/>
              </a:ext>
            </a:extLst>
          </p:cNvPr>
          <p:cNvSpPr txBox="1"/>
          <p:nvPr/>
        </p:nvSpPr>
        <p:spPr>
          <a:xfrm>
            <a:off x="1162262" y="6067250"/>
            <a:ext cx="5519630" cy="3952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lang="ru-RU" sz="1400" dirty="0">
                <a:latin typeface="Montserrat" panose="00000500000000000000" pitchFamily="2" charset="-52"/>
              </a:rPr>
              <a:t>Рисунок А – Перечень технологий разработки системы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A461F380-780F-42EB-8FB2-91FDC18D5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ED48B-7F78-436B-A11D-1DB119AA0031}" type="slidenum">
              <a:rPr lang="ru-RU" smtClean="0"/>
              <a:t>5</a:t>
            </a:fld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1503E3-FFBE-422D-8AA1-470785242477}"/>
              </a:ext>
            </a:extLst>
          </p:cNvPr>
          <p:cNvSpPr txBox="1"/>
          <p:nvPr/>
        </p:nvSpPr>
        <p:spPr>
          <a:xfrm>
            <a:off x="11461750" y="6165850"/>
            <a:ext cx="2841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-52"/>
              </a:rPr>
              <a:t>5</a:t>
            </a:r>
            <a:endParaRPr lang="ru-RU" b="1" dirty="0">
              <a:solidFill>
                <a:schemeClr val="tx1">
                  <a:lumMod val="50000"/>
                  <a:lumOff val="50000"/>
                </a:schemeClr>
              </a:solidFill>
              <a:latin typeface="Montserrat" panose="000005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4151177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422C81B-C275-4C4F-9EE4-C52635506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913" y="476250"/>
            <a:ext cx="10798054" cy="880717"/>
          </a:xfrm>
        </p:spPr>
        <p:txBody>
          <a:bodyPr/>
          <a:lstStyle/>
          <a:p>
            <a:r>
              <a:rPr lang="ru-RU" sz="2800" dirty="0">
                <a:latin typeface="Montserrat" panose="00000500000000000000" pitchFamily="2" charset="-52"/>
              </a:rPr>
              <a:t>ИСПОЛЬЗОВАНИЕ ТЕХНОЛОГИЙ ИСКУССТВЕННОГО ИНТЕЛЛЕКТА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ECAF685-1F62-4D19-B56D-92F371181A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075" b="7524"/>
          <a:stretch/>
        </p:blipFill>
        <p:spPr bwMode="auto">
          <a:xfrm>
            <a:off x="654205" y="1695666"/>
            <a:ext cx="5594844" cy="4341848"/>
          </a:xfrm>
          <a:prstGeom prst="rect">
            <a:avLst/>
          </a:prstGeom>
          <a:noFill/>
          <a:ln>
            <a:solidFill>
              <a:schemeClr val="accent1">
                <a:lumMod val="60000"/>
                <a:lumOff val="4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153850-E75A-4355-9658-A5E5A48779A4}"/>
              </a:ext>
            </a:extLst>
          </p:cNvPr>
          <p:cNvSpPr txBox="1"/>
          <p:nvPr/>
        </p:nvSpPr>
        <p:spPr>
          <a:xfrm>
            <a:off x="907838" y="6072398"/>
            <a:ext cx="5519630" cy="3952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lang="ru-RU" sz="1400" dirty="0">
                <a:latin typeface="Montserrat" panose="00000500000000000000" pitchFamily="2" charset="-52"/>
              </a:rPr>
              <a:t>Рисунок А – Процесс работы ИИ-модуля в системе</a:t>
            </a:r>
          </a:p>
        </p:txBody>
      </p:sp>
      <p:sp>
        <p:nvSpPr>
          <p:cNvPr id="9" name="Объект 2">
            <a:extLst>
              <a:ext uri="{FF2B5EF4-FFF2-40B4-BE49-F238E27FC236}">
                <a16:creationId xmlns:a16="http://schemas.microsoft.com/office/drawing/2014/main" id="{76607C22-A617-4287-9383-30059F4D92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7199" y="1553030"/>
            <a:ext cx="4868863" cy="4812552"/>
          </a:xfrm>
        </p:spPr>
        <p:txBody>
          <a:bodyPr>
            <a:no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ru-RU" sz="1500" dirty="0">
                <a:latin typeface="Montserrat" panose="00000500000000000000" pitchFamily="2" charset="-52"/>
              </a:rPr>
              <a:t>Архитектура ИИ-сервиса реализует паттерн RAG (</a:t>
            </a:r>
            <a:r>
              <a:rPr lang="ru-RU" sz="1500" dirty="0" err="1">
                <a:latin typeface="Montserrat" panose="00000500000000000000" pitchFamily="2" charset="-52"/>
              </a:rPr>
              <a:t>Retrieval-Augmented</a:t>
            </a:r>
            <a:r>
              <a:rPr lang="ru-RU" sz="1500" dirty="0">
                <a:latin typeface="Montserrat" panose="00000500000000000000" pitchFamily="2" charset="-52"/>
              </a:rPr>
              <a:t> Generation) для повышения точности ответов. Сначала </a:t>
            </a:r>
            <a:r>
              <a:rPr lang="ru-RU" sz="1500" dirty="0" err="1">
                <a:latin typeface="Montserrat" panose="00000500000000000000" pitchFamily="2" charset="-52"/>
              </a:rPr>
              <a:t>SentenceTransformer</a:t>
            </a:r>
            <a:r>
              <a:rPr lang="ru-RU" sz="1500" dirty="0">
                <a:latin typeface="Montserrat" panose="00000500000000000000" pitchFamily="2" charset="-52"/>
              </a:rPr>
              <a:t> векторизует аналитические данные для семантического поиска в векторной базе </a:t>
            </a:r>
            <a:r>
              <a:rPr lang="ru-RU" sz="1500" dirty="0" err="1">
                <a:latin typeface="Montserrat" panose="00000500000000000000" pitchFamily="2" charset="-52"/>
              </a:rPr>
              <a:t>Qdrant</a:t>
            </a:r>
            <a:r>
              <a:rPr lang="ru-RU" sz="1500" dirty="0">
                <a:latin typeface="Montserrat" panose="00000500000000000000" pitchFamily="2" charset="-52"/>
              </a:rPr>
              <a:t>. Найденные релевантные документы вместе с исходными данными формируют расширенный контекст. Этот контекст передается в большую языковую модель YandexGPT-5-Lite-8B, которая генерирует финальный, </a:t>
            </a:r>
            <a:r>
              <a:rPr lang="ru-RU" sz="1500" dirty="0" err="1">
                <a:latin typeface="Montserrat" panose="00000500000000000000" pitchFamily="2" charset="-52"/>
              </a:rPr>
              <a:t>фактологически</a:t>
            </a:r>
            <a:r>
              <a:rPr lang="ru-RU" sz="1500" dirty="0">
                <a:latin typeface="Montserrat" panose="00000500000000000000" pitchFamily="2" charset="-52"/>
              </a:rPr>
              <a:t> обоснованный ответ.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4534A02D-7E7E-4038-8628-F26AD5EF8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ED48B-7F78-436B-A11D-1DB119AA0031}" type="slidenum">
              <a:rPr lang="ru-RU" smtClean="0"/>
              <a:t>6</a:t>
            </a:fld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214725-9502-429B-B0BE-4526C8FE9253}"/>
              </a:ext>
            </a:extLst>
          </p:cNvPr>
          <p:cNvSpPr txBox="1"/>
          <p:nvPr/>
        </p:nvSpPr>
        <p:spPr>
          <a:xfrm>
            <a:off x="11461750" y="6165850"/>
            <a:ext cx="2841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-52"/>
              </a:rPr>
              <a:t>6</a:t>
            </a:r>
            <a:endParaRPr lang="ru-RU" b="1" dirty="0">
              <a:solidFill>
                <a:schemeClr val="tx1">
                  <a:lumMod val="50000"/>
                  <a:lumOff val="50000"/>
                </a:schemeClr>
              </a:solidFill>
              <a:latin typeface="Montserrat" panose="000005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21222743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931B6D-72C0-4DA1-A7D6-BA23E5B68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913" y="348945"/>
            <a:ext cx="10290000" cy="763600"/>
          </a:xfrm>
        </p:spPr>
        <p:txBody>
          <a:bodyPr/>
          <a:lstStyle/>
          <a:p>
            <a:r>
              <a:rPr lang="ru-RU" sz="2800" dirty="0">
                <a:latin typeface="Montserrat" panose="00000500000000000000" pitchFamily="2" charset="-52"/>
              </a:rPr>
              <a:t>КОНКУРЕНТОСПОСОБНОСТЬ И ПЕРСПЕКТИВЫ ВНЕДРЕНИЯ</a:t>
            </a: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C1541DC3-EF8C-4593-B836-388169589A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9623990"/>
              </p:ext>
            </p:extLst>
          </p:nvPr>
        </p:nvGraphicFramePr>
        <p:xfrm>
          <a:off x="635619" y="1862139"/>
          <a:ext cx="10920762" cy="4151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640254">
                  <a:extLst>
                    <a:ext uri="{9D8B030D-6E8A-4147-A177-3AD203B41FA5}">
                      <a16:colId xmlns:a16="http://schemas.microsoft.com/office/drawing/2014/main" val="1336861328"/>
                    </a:ext>
                  </a:extLst>
                </a:gridCol>
                <a:gridCol w="3640254">
                  <a:extLst>
                    <a:ext uri="{9D8B030D-6E8A-4147-A177-3AD203B41FA5}">
                      <a16:colId xmlns:a16="http://schemas.microsoft.com/office/drawing/2014/main" val="2181998230"/>
                    </a:ext>
                  </a:extLst>
                </a:gridCol>
                <a:gridCol w="3640254">
                  <a:extLst>
                    <a:ext uri="{9D8B030D-6E8A-4147-A177-3AD203B41FA5}">
                      <a16:colId xmlns:a16="http://schemas.microsoft.com/office/drawing/2014/main" val="3424684261"/>
                    </a:ext>
                  </a:extLst>
                </a:gridCol>
              </a:tblGrid>
              <a:tr h="314902">
                <a:tc>
                  <a:txBody>
                    <a:bodyPr/>
                    <a:lstStyle/>
                    <a:p>
                      <a:r>
                        <a:rPr lang="ru-RU" sz="1600" b="1"/>
                        <a:t>Показатель</a:t>
                      </a:r>
                      <a:endParaRPr lang="ru-RU" sz="1600"/>
                    </a:p>
                  </a:txBody>
                  <a:tcPr marL="86645" marR="86645" marT="43323" marB="43323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Значение</a:t>
                      </a:r>
                      <a:endParaRPr lang="ru-RU" sz="1600"/>
                    </a:p>
                  </a:txBody>
                  <a:tcPr marL="86645" marR="86645" marT="43323" marB="43323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Комментарий</a:t>
                      </a:r>
                      <a:endParaRPr lang="ru-RU" sz="1600"/>
                    </a:p>
                  </a:txBody>
                  <a:tcPr marL="86645" marR="86645" marT="43323" marB="43323" anchor="ctr"/>
                </a:tc>
                <a:extLst>
                  <a:ext uri="{0D108BD9-81ED-4DB2-BD59-A6C34878D82A}">
                    <a16:rowId xmlns:a16="http://schemas.microsoft.com/office/drawing/2014/main" val="288996382"/>
                  </a:ext>
                </a:extLst>
              </a:tr>
              <a:tr h="553219">
                <a:tc>
                  <a:txBody>
                    <a:bodyPr/>
                    <a:lstStyle/>
                    <a:p>
                      <a:r>
                        <a:rPr lang="en-US" sz="1600" b="1" dirty="0"/>
                        <a:t>CAPEX (</a:t>
                      </a:r>
                      <a:r>
                        <a:rPr lang="ru-RU" sz="1600" b="1" dirty="0"/>
                        <a:t>Капитальные затраты)</a:t>
                      </a:r>
                      <a:endParaRPr lang="ru-RU" sz="1600" dirty="0"/>
                    </a:p>
                  </a:txBody>
                  <a:tcPr marL="86645" marR="86645" marT="43323" marB="43323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1 510 000 ₽</a:t>
                      </a:r>
                    </a:p>
                  </a:txBody>
                  <a:tcPr marL="86645" marR="86645" marT="43323" marB="43323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Разработка + оборудование + внедрение</a:t>
                      </a:r>
                    </a:p>
                  </a:txBody>
                  <a:tcPr marL="86645" marR="86645" marT="43323" marB="43323" anchor="ctr"/>
                </a:tc>
                <a:extLst>
                  <a:ext uri="{0D108BD9-81ED-4DB2-BD59-A6C34878D82A}">
                    <a16:rowId xmlns:a16="http://schemas.microsoft.com/office/drawing/2014/main" val="3315899459"/>
                  </a:ext>
                </a:extLst>
              </a:tr>
              <a:tr h="553219">
                <a:tc>
                  <a:txBody>
                    <a:bodyPr/>
                    <a:lstStyle/>
                    <a:p>
                      <a:r>
                        <a:rPr lang="en-US" sz="1600" b="1"/>
                        <a:t>OPEX (</a:t>
                      </a:r>
                      <a:r>
                        <a:rPr lang="ru-RU" sz="1600" b="1"/>
                        <a:t>годовые, оптимальный вариант)</a:t>
                      </a:r>
                      <a:endParaRPr lang="ru-RU" sz="1600"/>
                    </a:p>
                  </a:txBody>
                  <a:tcPr marL="86645" marR="86645" marT="43323" marB="43323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1 800 000 ₽/год</a:t>
                      </a:r>
                    </a:p>
                  </a:txBody>
                  <a:tcPr marL="86645" marR="86645" marT="43323" marB="43323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Собственная инфраструктура</a:t>
                      </a:r>
                    </a:p>
                  </a:txBody>
                  <a:tcPr marL="86645" marR="86645" marT="43323" marB="43323" anchor="ctr"/>
                </a:tc>
                <a:extLst>
                  <a:ext uri="{0D108BD9-81ED-4DB2-BD59-A6C34878D82A}">
                    <a16:rowId xmlns:a16="http://schemas.microsoft.com/office/drawing/2014/main" val="1381335277"/>
                  </a:ext>
                </a:extLst>
              </a:tr>
              <a:tr h="553219">
                <a:tc>
                  <a:txBody>
                    <a:bodyPr/>
                    <a:lstStyle/>
                    <a:p>
                      <a:r>
                        <a:rPr lang="en-US" sz="1600" b="1"/>
                        <a:t>OPEX (</a:t>
                      </a:r>
                      <a:r>
                        <a:rPr lang="ru-RU" sz="1600" b="1"/>
                        <a:t>годовые, облачный вариант)</a:t>
                      </a:r>
                      <a:endParaRPr lang="ru-RU" sz="1600"/>
                    </a:p>
                  </a:txBody>
                  <a:tcPr marL="86645" marR="86645" marT="43323" marB="43323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2 610 000 ₽/год</a:t>
                      </a:r>
                    </a:p>
                  </a:txBody>
                  <a:tcPr marL="86645" marR="86645" marT="43323" marB="43323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Аренда облачных мощностей</a:t>
                      </a:r>
                    </a:p>
                  </a:txBody>
                  <a:tcPr marL="86645" marR="86645" marT="43323" marB="43323" anchor="ctr"/>
                </a:tc>
                <a:extLst>
                  <a:ext uri="{0D108BD9-81ED-4DB2-BD59-A6C34878D82A}">
                    <a16:rowId xmlns:a16="http://schemas.microsoft.com/office/drawing/2014/main" val="1570023097"/>
                  </a:ext>
                </a:extLst>
              </a:tr>
              <a:tr h="553219">
                <a:tc>
                  <a:txBody>
                    <a:bodyPr/>
                    <a:lstStyle/>
                    <a:p>
                      <a:r>
                        <a:rPr lang="ru-RU" sz="1600" b="1"/>
                        <a:t>Экономия затрат (годовая)</a:t>
                      </a:r>
                      <a:endParaRPr lang="ru-RU" sz="1600"/>
                    </a:p>
                  </a:txBody>
                  <a:tcPr marL="86645" marR="86645" marT="43323" marB="43323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6 000 000 - 7 000 000 ₽</a:t>
                      </a:r>
                    </a:p>
                  </a:txBody>
                  <a:tcPr marL="86645" marR="86645" marT="43323" marB="43323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Снижение ФОТ + снижение ошибок</a:t>
                      </a:r>
                    </a:p>
                  </a:txBody>
                  <a:tcPr marL="86645" marR="86645" marT="43323" marB="43323" anchor="ctr"/>
                </a:tc>
                <a:extLst>
                  <a:ext uri="{0D108BD9-81ED-4DB2-BD59-A6C34878D82A}">
                    <a16:rowId xmlns:a16="http://schemas.microsoft.com/office/drawing/2014/main" val="2164531683"/>
                  </a:ext>
                </a:extLst>
              </a:tr>
              <a:tr h="314902">
                <a:tc>
                  <a:txBody>
                    <a:bodyPr/>
                    <a:lstStyle/>
                    <a:p>
                      <a:r>
                        <a:rPr lang="en-US" sz="1600" b="1"/>
                        <a:t>ROI (</a:t>
                      </a:r>
                      <a:r>
                        <a:rPr lang="ru-RU" sz="1600" b="1"/>
                        <a:t>первый год)</a:t>
                      </a:r>
                      <a:endParaRPr lang="ru-RU" sz="1600"/>
                    </a:p>
                  </a:txBody>
                  <a:tcPr marL="86645" marR="86645" marT="43323" marB="43323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85-100%</a:t>
                      </a:r>
                    </a:p>
                  </a:txBody>
                  <a:tcPr marL="86645" marR="86645" marT="43323" marB="43323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Высокая окупаемость</a:t>
                      </a:r>
                    </a:p>
                  </a:txBody>
                  <a:tcPr marL="86645" marR="86645" marT="43323" marB="43323" anchor="ctr"/>
                </a:tc>
                <a:extLst>
                  <a:ext uri="{0D108BD9-81ED-4DB2-BD59-A6C34878D82A}">
                    <a16:rowId xmlns:a16="http://schemas.microsoft.com/office/drawing/2014/main" val="3140761288"/>
                  </a:ext>
                </a:extLst>
              </a:tr>
              <a:tr h="314902">
                <a:tc>
                  <a:txBody>
                    <a:bodyPr/>
                    <a:lstStyle/>
                    <a:p>
                      <a:r>
                        <a:rPr lang="ru-RU" sz="1600" b="1"/>
                        <a:t>Срок окупаемости</a:t>
                      </a:r>
                      <a:endParaRPr lang="ru-RU" sz="1600"/>
                    </a:p>
                  </a:txBody>
                  <a:tcPr marL="86645" marR="86645" marT="43323" marB="43323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6-7 месяцев</a:t>
                      </a:r>
                    </a:p>
                  </a:txBody>
                  <a:tcPr marL="86645" marR="86645" marT="43323" marB="43323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Быстрая окупаемость</a:t>
                      </a:r>
                    </a:p>
                  </a:txBody>
                  <a:tcPr marL="86645" marR="86645" marT="43323" marB="43323" anchor="ctr"/>
                </a:tc>
                <a:extLst>
                  <a:ext uri="{0D108BD9-81ED-4DB2-BD59-A6C34878D82A}">
                    <a16:rowId xmlns:a16="http://schemas.microsoft.com/office/drawing/2014/main" val="3205567173"/>
                  </a:ext>
                </a:extLst>
              </a:tr>
              <a:tr h="553219">
                <a:tc>
                  <a:txBody>
                    <a:bodyPr/>
                    <a:lstStyle/>
                    <a:p>
                      <a:r>
                        <a:rPr lang="en-US" sz="1600" b="1"/>
                        <a:t>ROI (5 </a:t>
                      </a:r>
                      <a:r>
                        <a:rPr lang="ru-RU" sz="1600" b="1"/>
                        <a:t>лет)</a:t>
                      </a:r>
                      <a:endParaRPr lang="ru-RU" sz="1600"/>
                    </a:p>
                  </a:txBody>
                  <a:tcPr marL="86645" marR="86645" marT="43323" marB="43323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209%</a:t>
                      </a:r>
                    </a:p>
                  </a:txBody>
                  <a:tcPr marL="86645" marR="86645" marT="43323" marB="43323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Долгосрочная эффективность</a:t>
                      </a:r>
                    </a:p>
                  </a:txBody>
                  <a:tcPr marL="86645" marR="86645" marT="43323" marB="43323" anchor="ctr"/>
                </a:tc>
                <a:extLst>
                  <a:ext uri="{0D108BD9-81ED-4DB2-BD59-A6C34878D82A}">
                    <a16:rowId xmlns:a16="http://schemas.microsoft.com/office/drawing/2014/main" val="3650014936"/>
                  </a:ext>
                </a:extLst>
              </a:tr>
              <a:tr h="314902">
                <a:tc>
                  <a:txBody>
                    <a:bodyPr/>
                    <a:lstStyle/>
                    <a:p>
                      <a:r>
                        <a:rPr lang="ru-RU" sz="1600" b="1"/>
                        <a:t>Чистая прибыль (5 лет)</a:t>
                      </a:r>
                      <a:endParaRPr lang="ru-RU" sz="1600"/>
                    </a:p>
                  </a:txBody>
                  <a:tcPr marL="86645" marR="86645" marT="43323" marB="43323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25 390 000 ₽</a:t>
                      </a:r>
                    </a:p>
                  </a:txBody>
                  <a:tcPr marL="86645" marR="86645" marT="43323" marB="43323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Совокупный эффект</a:t>
                      </a:r>
                    </a:p>
                  </a:txBody>
                  <a:tcPr marL="86645" marR="86645" marT="43323" marB="43323" anchor="ctr"/>
                </a:tc>
                <a:extLst>
                  <a:ext uri="{0D108BD9-81ED-4DB2-BD59-A6C34878D82A}">
                    <a16:rowId xmlns:a16="http://schemas.microsoft.com/office/drawing/2014/main" val="2595371659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C112DF38-BF17-430E-8A6B-6C33F2B27420}"/>
              </a:ext>
            </a:extLst>
          </p:cNvPr>
          <p:cNvSpPr txBox="1"/>
          <p:nvPr/>
        </p:nvSpPr>
        <p:spPr>
          <a:xfrm>
            <a:off x="635619" y="1366583"/>
            <a:ext cx="5519630" cy="3952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lang="ru-RU" sz="1400" dirty="0">
                <a:latin typeface="Montserrat" panose="00000500000000000000" pitchFamily="2" charset="-52"/>
              </a:rPr>
              <a:t>Таблица А - Сводная экономическая оценка проекта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6CBCD8-8B6E-4729-98CA-E7F27930B9F4}"/>
              </a:ext>
            </a:extLst>
          </p:cNvPr>
          <p:cNvSpPr txBox="1"/>
          <p:nvPr/>
        </p:nvSpPr>
        <p:spPr>
          <a:xfrm>
            <a:off x="635619" y="6078391"/>
            <a:ext cx="8494248" cy="3952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Montserrat" panose="00000500000000000000" pitchFamily="2" charset="-52"/>
              </a:rPr>
              <a:t>*</a:t>
            </a:r>
            <a:r>
              <a:rPr lang="ru-RU" sz="1400" i="1" dirty="0">
                <a:solidFill>
                  <a:schemeClr val="bg2">
                    <a:lumMod val="75000"/>
                  </a:schemeClr>
                </a:solidFill>
                <a:latin typeface="Montserrat" panose="00000500000000000000" pitchFamily="2" charset="-52"/>
              </a:rPr>
              <a:t>Подробнее с расчетом можно ознакомиться в репозитории проекта (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Montserrat" panose="00000500000000000000" pitchFamily="2" charset="-52"/>
              </a:rPr>
              <a:t>ECONOM.md</a:t>
            </a:r>
            <a:r>
              <a:rPr lang="ru-RU" sz="1400" i="1" dirty="0">
                <a:solidFill>
                  <a:schemeClr val="bg2">
                    <a:lumMod val="75000"/>
                  </a:schemeClr>
                </a:solidFill>
                <a:latin typeface="Montserrat" panose="00000500000000000000" pitchFamily="2" charset="-52"/>
              </a:rPr>
              <a:t>)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150E5EA-75E7-43C1-A266-4883E5F20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ED48B-7F78-436B-A11D-1DB119AA0031}" type="slidenum">
              <a:rPr lang="ru-RU" smtClean="0"/>
              <a:t>7</a:t>
            </a:fld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BD8E39-D386-4E15-90A4-996C406431B1}"/>
              </a:ext>
            </a:extLst>
          </p:cNvPr>
          <p:cNvSpPr txBox="1"/>
          <p:nvPr/>
        </p:nvSpPr>
        <p:spPr>
          <a:xfrm>
            <a:off x="11461750" y="6165850"/>
            <a:ext cx="2841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-52"/>
              </a:rPr>
              <a:t>7</a:t>
            </a:r>
            <a:endParaRPr lang="ru-RU" b="1" dirty="0">
              <a:solidFill>
                <a:schemeClr val="tx1">
                  <a:lumMod val="50000"/>
                  <a:lumOff val="50000"/>
                </a:schemeClr>
              </a:solidFill>
              <a:latin typeface="Montserrat" panose="000005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1591244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9F2346-EEDA-4DC2-A417-67F2655E3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912" y="408878"/>
            <a:ext cx="7348537" cy="791322"/>
          </a:xfrm>
        </p:spPr>
        <p:txBody>
          <a:bodyPr/>
          <a:lstStyle/>
          <a:p>
            <a:r>
              <a:rPr lang="ru-RU" dirty="0">
                <a:latin typeface="Montserrat" panose="00000500000000000000" pitchFamily="2" charset="-52"/>
              </a:rPr>
              <a:t>ДЕМОНСТРАЦИЯ</a:t>
            </a:r>
            <a:r>
              <a:rPr lang="en-US" dirty="0">
                <a:latin typeface="Montserrat" panose="00000500000000000000" pitchFamily="2" charset="-52"/>
              </a:rPr>
              <a:t> </a:t>
            </a:r>
            <a:r>
              <a:rPr lang="ru-RU" dirty="0">
                <a:latin typeface="Montserrat" panose="00000500000000000000" pitchFamily="2" charset="-52"/>
              </a:rPr>
              <a:t>СИСТЕМЫ (ч. 1)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A23F995-6EE3-40A4-B415-3B1331BD8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913" y="1516567"/>
            <a:ext cx="5434486" cy="3824868"/>
          </a:xfrm>
          <a:prstGeom prst="rect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1CC07A6A-1EFA-472B-84D0-676F0AA8A1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684" y="1532272"/>
            <a:ext cx="5627403" cy="3809163"/>
          </a:xfrm>
          <a:prstGeom prst="rect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1E79043-47A9-419E-92EB-B66AD3B351C7}"/>
              </a:ext>
            </a:extLst>
          </p:cNvPr>
          <p:cNvSpPr txBox="1"/>
          <p:nvPr/>
        </p:nvSpPr>
        <p:spPr>
          <a:xfrm>
            <a:off x="734329" y="5485173"/>
            <a:ext cx="4851653" cy="3952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60000"/>
              </a:lnSpc>
            </a:pPr>
            <a:r>
              <a:rPr lang="ru-RU" sz="1400" dirty="0">
                <a:latin typeface="Montserrat" panose="00000500000000000000" pitchFamily="2" charset="-52"/>
              </a:rPr>
              <a:t>Рисунок А – Скриншот работы системы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84C426-6A7C-4EFC-A758-3AF5696C30D2}"/>
              </a:ext>
            </a:extLst>
          </p:cNvPr>
          <p:cNvSpPr txBox="1"/>
          <p:nvPr/>
        </p:nvSpPr>
        <p:spPr>
          <a:xfrm>
            <a:off x="6769150" y="5485173"/>
            <a:ext cx="4332470" cy="3952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60000"/>
              </a:lnSpc>
            </a:pPr>
            <a:r>
              <a:rPr lang="ru-RU" sz="1400" dirty="0">
                <a:latin typeface="Montserrat" panose="00000500000000000000" pitchFamily="2" charset="-52"/>
              </a:rPr>
              <a:t>Рисунок Б – Скриншот работы системы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2D9FAB1-C29C-4F76-BB3A-C680DC2AF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ED48B-7F78-436B-A11D-1DB119AA0031}" type="slidenum">
              <a:rPr lang="ru-RU" smtClean="0"/>
              <a:t>8</a:t>
            </a:fld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F2CB8D-21B8-41D6-8394-7095BC2B1233}"/>
              </a:ext>
            </a:extLst>
          </p:cNvPr>
          <p:cNvSpPr txBox="1"/>
          <p:nvPr/>
        </p:nvSpPr>
        <p:spPr>
          <a:xfrm>
            <a:off x="11461750" y="6165850"/>
            <a:ext cx="2841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-52"/>
              </a:rPr>
              <a:t>8</a:t>
            </a:r>
            <a:endParaRPr lang="ru-RU" b="1" dirty="0">
              <a:solidFill>
                <a:schemeClr val="tx1">
                  <a:lumMod val="50000"/>
                  <a:lumOff val="50000"/>
                </a:schemeClr>
              </a:solidFill>
              <a:latin typeface="Montserrat" panose="000005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41638341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9F2346-EEDA-4DC2-A417-67F2655E3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912" y="408878"/>
            <a:ext cx="6777037" cy="791322"/>
          </a:xfrm>
        </p:spPr>
        <p:txBody>
          <a:bodyPr/>
          <a:lstStyle/>
          <a:p>
            <a:r>
              <a:rPr lang="ru-RU" dirty="0">
                <a:latin typeface="Montserrat" panose="00000500000000000000" pitchFamily="2" charset="-52"/>
              </a:rPr>
              <a:t>ДЕМОНСТРАЦИЯ</a:t>
            </a:r>
            <a:r>
              <a:rPr lang="en-US" dirty="0">
                <a:latin typeface="Montserrat" panose="00000500000000000000" pitchFamily="2" charset="-52"/>
              </a:rPr>
              <a:t> </a:t>
            </a:r>
            <a:r>
              <a:rPr lang="ru-RU" dirty="0">
                <a:latin typeface="Montserrat" panose="00000500000000000000" pitchFamily="2" charset="-52"/>
              </a:rPr>
              <a:t>СИСТЕМЫ</a:t>
            </a:r>
            <a:r>
              <a:rPr lang="en-US" dirty="0">
                <a:latin typeface="Montserrat" panose="00000500000000000000" pitchFamily="2" charset="-52"/>
              </a:rPr>
              <a:t> (</a:t>
            </a:r>
            <a:r>
              <a:rPr lang="ru-RU" dirty="0">
                <a:latin typeface="Montserrat" panose="00000500000000000000" pitchFamily="2" charset="-52"/>
              </a:rPr>
              <a:t>ч. 2</a:t>
            </a:r>
            <a:r>
              <a:rPr lang="en-US" dirty="0">
                <a:latin typeface="Montserrat" panose="00000500000000000000" pitchFamily="2" charset="-52"/>
              </a:rPr>
              <a:t>)</a:t>
            </a:r>
            <a:endParaRPr lang="ru-RU" dirty="0">
              <a:latin typeface="Montserrat" panose="00000500000000000000" pitchFamily="2" charset="-52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BD4C79F-D23B-4493-A4AA-EE79DE46B5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913" y="1665249"/>
            <a:ext cx="5446208" cy="3876189"/>
          </a:xfrm>
          <a:prstGeom prst="rect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D6BF617-C07E-4FC6-8964-4DEAFCCAF2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2668" y="1665250"/>
            <a:ext cx="5463396" cy="3876190"/>
          </a:xfrm>
          <a:prstGeom prst="rect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8558015-806E-44CE-8F5A-5DD76E0C6D47}"/>
              </a:ext>
            </a:extLst>
          </p:cNvPr>
          <p:cNvSpPr txBox="1"/>
          <p:nvPr/>
        </p:nvSpPr>
        <p:spPr>
          <a:xfrm>
            <a:off x="740190" y="5682791"/>
            <a:ext cx="4851653" cy="3952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60000"/>
              </a:lnSpc>
            </a:pPr>
            <a:r>
              <a:rPr lang="ru-RU" sz="1400" dirty="0">
                <a:latin typeface="Montserrat" panose="00000500000000000000" pitchFamily="2" charset="-52"/>
              </a:rPr>
              <a:t>Рисунок А – Скриншот работы системы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5EDDE19-03CB-4C01-A58F-F066A9552679}"/>
              </a:ext>
            </a:extLst>
          </p:cNvPr>
          <p:cNvSpPr txBox="1"/>
          <p:nvPr/>
        </p:nvSpPr>
        <p:spPr>
          <a:xfrm>
            <a:off x="6778131" y="5682791"/>
            <a:ext cx="4332470" cy="3952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60000"/>
              </a:lnSpc>
            </a:pPr>
            <a:r>
              <a:rPr lang="ru-RU" sz="1400" dirty="0">
                <a:latin typeface="Montserrat" panose="00000500000000000000" pitchFamily="2" charset="-52"/>
              </a:rPr>
              <a:t>Рисунок Б – Скриншот работы системы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06E4A561-453C-48AF-BC02-0C172F497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ED48B-7F78-436B-A11D-1DB119AA0031}" type="slidenum">
              <a:rPr lang="ru-RU" smtClean="0"/>
              <a:t>9</a:t>
            </a:fld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B22284-1056-4800-9954-B6EBC9835FF8}"/>
              </a:ext>
            </a:extLst>
          </p:cNvPr>
          <p:cNvSpPr txBox="1"/>
          <p:nvPr/>
        </p:nvSpPr>
        <p:spPr>
          <a:xfrm>
            <a:off x="11461750" y="6165850"/>
            <a:ext cx="2841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-52"/>
              </a:rPr>
              <a:t>9</a:t>
            </a:r>
            <a:endParaRPr lang="ru-RU" b="1" dirty="0">
              <a:solidFill>
                <a:schemeClr val="tx1">
                  <a:lumMod val="50000"/>
                  <a:lumOff val="50000"/>
                </a:schemeClr>
              </a:solidFill>
              <a:latin typeface="Montserrat" panose="000005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18610128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5379AB-0FDE-461E-B2B9-F0EA9A883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6644" y="500556"/>
            <a:ext cx="10661104" cy="739933"/>
          </a:xfrm>
        </p:spPr>
        <p:txBody>
          <a:bodyPr/>
          <a:lstStyle/>
          <a:p>
            <a:r>
              <a:rPr lang="ru-RU" dirty="0">
                <a:latin typeface="Montserrat" panose="00000500000000000000" pitchFamily="2" charset="-52"/>
              </a:rPr>
              <a:t>ИТОГИ РАЗРАБОТКИ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4FEC388-B7DD-46CD-B2C8-6E9FDB9991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454" y="1048215"/>
            <a:ext cx="7915394" cy="5216944"/>
          </a:xfrm>
        </p:spPr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ru-RU" sz="1600" dirty="0">
                <a:latin typeface="Montserrat" panose="00000500000000000000" pitchFamily="2" charset="-52"/>
              </a:rPr>
              <a:t>Реализована автоматизированная система анализа мер таможенно-тарифного регулирования с AI-компонентами</a:t>
            </a:r>
            <a:r>
              <a:rPr lang="en-US" sz="1600" dirty="0">
                <a:latin typeface="Montserrat" panose="00000500000000000000" pitchFamily="2" charset="-52"/>
              </a:rPr>
              <a:t>:</a:t>
            </a:r>
            <a:endParaRPr lang="ru-RU" sz="1600" dirty="0">
              <a:latin typeface="Montserrat" panose="00000500000000000000" pitchFamily="2" charset="-52"/>
            </a:endParaRPr>
          </a:p>
          <a:p>
            <a:pPr marL="0" indent="446088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ru-RU" sz="1600" dirty="0">
                <a:latin typeface="Montserrat" panose="00000500000000000000" pitchFamily="2" charset="-52"/>
              </a:rPr>
              <a:t>Алгоритм расчета 6 типов тарифных мер + нетарифные меры</a:t>
            </a:r>
          </a:p>
          <a:p>
            <a:pPr marL="0" indent="446088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ru-RU" sz="1600" dirty="0">
                <a:latin typeface="Montserrat" panose="00000500000000000000" pitchFamily="2" charset="-52"/>
              </a:rPr>
              <a:t>RAG-система с векторным поиском по нормативной базе (</a:t>
            </a:r>
            <a:r>
              <a:rPr lang="en-US" sz="1600" dirty="0" err="1">
                <a:latin typeface="Montserrat" panose="00000500000000000000" pitchFamily="2" charset="-52"/>
              </a:rPr>
              <a:t>deepvl</a:t>
            </a:r>
            <a:r>
              <a:rPr lang="en-US" sz="1600" dirty="0">
                <a:latin typeface="Montserrat" panose="00000500000000000000" pitchFamily="2" charset="-52"/>
              </a:rPr>
              <a:t>/user-bge-3 + </a:t>
            </a:r>
            <a:r>
              <a:rPr lang="ru-RU" sz="1600" dirty="0" err="1">
                <a:latin typeface="Montserrat" panose="00000500000000000000" pitchFamily="2" charset="-52"/>
              </a:rPr>
              <a:t>Qdrant</a:t>
            </a:r>
            <a:r>
              <a:rPr lang="ru-RU" sz="1600" dirty="0">
                <a:latin typeface="Montserrat" panose="00000500000000000000" pitchFamily="2" charset="-52"/>
              </a:rPr>
              <a:t>)</a:t>
            </a:r>
          </a:p>
          <a:p>
            <a:pPr marL="0" indent="446088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ru-RU" sz="1600" dirty="0">
                <a:latin typeface="Montserrat" panose="00000500000000000000" pitchFamily="2" charset="-52"/>
              </a:rPr>
              <a:t>Локальная LLM (YandexGPT-5-Lite-8B) для генерации экспертных заключений</a:t>
            </a:r>
          </a:p>
          <a:p>
            <a:pPr marL="0" indent="446088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ru-RU" sz="1600" dirty="0">
                <a:latin typeface="Montserrat" panose="00000500000000000000" pitchFamily="2" charset="-52"/>
              </a:rPr>
              <a:t>Интерактивные </a:t>
            </a:r>
            <a:r>
              <a:rPr lang="ru-RU" sz="1600" dirty="0" err="1">
                <a:latin typeface="Montserrat" panose="00000500000000000000" pitchFamily="2" charset="-52"/>
              </a:rPr>
              <a:t>дашборды</a:t>
            </a:r>
            <a:r>
              <a:rPr lang="ru-RU" sz="1600" dirty="0">
                <a:latin typeface="Montserrat" panose="00000500000000000000" pitchFamily="2" charset="-52"/>
              </a:rPr>
              <a:t>: динамика импорта, география поставок, анализ цен</a:t>
            </a:r>
          </a:p>
          <a:p>
            <a:pPr marL="0" indent="446088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ru-RU" sz="1600" dirty="0">
                <a:latin typeface="Montserrat" panose="00000500000000000000" pitchFamily="2" charset="-52"/>
              </a:rPr>
              <a:t>Автоматический расчет метрик (доля НС, рост импорта, СКЦ)</a:t>
            </a:r>
          </a:p>
          <a:p>
            <a:pPr marL="0" indent="446088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ru-RU" sz="1600" dirty="0">
                <a:latin typeface="Montserrat" panose="00000500000000000000" pitchFamily="2" charset="-52"/>
              </a:rPr>
              <a:t>Экспорт аналитических отчетов в PDF</a:t>
            </a:r>
          </a:p>
          <a:p>
            <a:pPr marL="0" indent="446088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ru-RU" sz="1600" dirty="0">
                <a:latin typeface="Montserrat" panose="00000500000000000000" pitchFamily="2" charset="-52"/>
              </a:rPr>
              <a:t>Полная контейнеризация через </a:t>
            </a:r>
            <a:r>
              <a:rPr lang="ru-RU" sz="1600" dirty="0" err="1">
                <a:latin typeface="Montserrat" panose="00000500000000000000" pitchFamily="2" charset="-52"/>
              </a:rPr>
              <a:t>Docker</a:t>
            </a:r>
            <a:r>
              <a:rPr lang="ru-RU" sz="1600" dirty="0">
                <a:latin typeface="Montserrat" panose="00000500000000000000" pitchFamily="2" charset="-52"/>
              </a:rPr>
              <a:t> </a:t>
            </a:r>
            <a:r>
              <a:rPr lang="ru-RU" sz="1600" dirty="0" err="1">
                <a:latin typeface="Montserrat" panose="00000500000000000000" pitchFamily="2" charset="-52"/>
              </a:rPr>
              <a:t>Compose</a:t>
            </a:r>
            <a:r>
              <a:rPr lang="ru-RU" sz="1600" dirty="0">
                <a:latin typeface="Montserrat" panose="00000500000000000000" pitchFamily="2" charset="-52"/>
              </a:rPr>
              <a:t> (PostgreSQL + </a:t>
            </a:r>
            <a:r>
              <a:rPr lang="ru-RU" sz="1600" dirty="0" err="1">
                <a:latin typeface="Montserrat" panose="00000500000000000000" pitchFamily="2" charset="-52"/>
              </a:rPr>
              <a:t>Qdrant</a:t>
            </a:r>
            <a:r>
              <a:rPr lang="ru-RU" sz="1600" dirty="0">
                <a:latin typeface="Montserrat" panose="00000500000000000000" pitchFamily="2" charset="-52"/>
              </a:rPr>
              <a:t> + </a:t>
            </a:r>
            <a:r>
              <a:rPr lang="en-US" sz="1600" dirty="0">
                <a:latin typeface="Montserrat" panose="00000500000000000000" pitchFamily="2" charset="-52"/>
              </a:rPr>
              <a:t>Kotlin/</a:t>
            </a:r>
            <a:r>
              <a:rPr lang="en-US" sz="1600" dirty="0" err="1">
                <a:latin typeface="Montserrat" panose="00000500000000000000" pitchFamily="2" charset="-52"/>
              </a:rPr>
              <a:t>Sping</a:t>
            </a:r>
            <a:r>
              <a:rPr lang="en-US" sz="1600" dirty="0">
                <a:latin typeface="Montserrat" panose="00000500000000000000" pitchFamily="2" charset="-52"/>
              </a:rPr>
              <a:t> +</a:t>
            </a:r>
            <a:r>
              <a:rPr lang="ru-RU" sz="1600" dirty="0">
                <a:latin typeface="Montserrat" panose="00000500000000000000" pitchFamily="2" charset="-52"/>
              </a:rPr>
              <a:t> </a:t>
            </a:r>
            <a:r>
              <a:rPr lang="ru-RU" sz="1600" dirty="0" err="1">
                <a:latin typeface="Montserrat" panose="00000500000000000000" pitchFamily="2" charset="-52"/>
              </a:rPr>
              <a:t>FastAPI</a:t>
            </a:r>
            <a:r>
              <a:rPr lang="ru-RU" sz="1600" dirty="0">
                <a:latin typeface="Montserrat" panose="00000500000000000000" pitchFamily="2" charset="-52"/>
              </a:rPr>
              <a:t> + </a:t>
            </a:r>
            <a:r>
              <a:rPr lang="ru-RU" sz="1600" dirty="0" err="1">
                <a:latin typeface="Montserrat" panose="00000500000000000000" pitchFamily="2" charset="-52"/>
              </a:rPr>
              <a:t>React</a:t>
            </a:r>
            <a:r>
              <a:rPr lang="ru-RU" sz="1600" dirty="0">
                <a:latin typeface="Montserrat" panose="00000500000000000000" pitchFamily="2" charset="-52"/>
              </a:rPr>
              <a:t>)</a:t>
            </a:r>
          </a:p>
          <a:p>
            <a:pPr marL="0" indent="446088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ru-RU" sz="1600" dirty="0">
                <a:latin typeface="Montserrat" panose="00000500000000000000" pitchFamily="2" charset="-52"/>
              </a:rPr>
              <a:t>Веб-интерфейс на </a:t>
            </a:r>
            <a:r>
              <a:rPr lang="ru-RU" sz="1600" dirty="0" err="1">
                <a:latin typeface="Montserrat" panose="00000500000000000000" pitchFamily="2" charset="-52"/>
              </a:rPr>
              <a:t>React</a:t>
            </a:r>
            <a:r>
              <a:rPr lang="ru-RU" sz="1600" dirty="0">
                <a:latin typeface="Montserrat" panose="00000500000000000000" pitchFamily="2" charset="-52"/>
              </a:rPr>
              <a:t> 19 + </a:t>
            </a:r>
            <a:r>
              <a:rPr lang="ru-RU" sz="1600" dirty="0" err="1">
                <a:latin typeface="Montserrat" panose="00000500000000000000" pitchFamily="2" charset="-52"/>
              </a:rPr>
              <a:t>Ant</a:t>
            </a:r>
            <a:r>
              <a:rPr lang="ru-RU" sz="1600" dirty="0">
                <a:latin typeface="Montserrat" panose="00000500000000000000" pitchFamily="2" charset="-52"/>
              </a:rPr>
              <a:t> Design 5</a:t>
            </a:r>
            <a:endParaRPr lang="en-US" sz="1600" dirty="0">
              <a:latin typeface="Montserrat" panose="00000500000000000000" pitchFamily="2" charset="-52"/>
            </a:endParaRPr>
          </a:p>
          <a:p>
            <a:pPr marL="0" indent="0">
              <a:spcBef>
                <a:spcPts val="1200"/>
              </a:spcBef>
              <a:buNone/>
            </a:pPr>
            <a:r>
              <a:rPr lang="ru-RU" sz="1600" dirty="0">
                <a:latin typeface="Montserrat" panose="00000500000000000000" pitchFamily="2" charset="-52"/>
              </a:rPr>
              <a:t>🔗 Ресурсы</a:t>
            </a:r>
            <a:endParaRPr lang="en-US" sz="1600" dirty="0">
              <a:latin typeface="Montserrat" panose="00000500000000000000" pitchFamily="2" charset="-52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ru-RU" sz="1600" dirty="0">
                <a:latin typeface="Montserrat" panose="00000500000000000000" pitchFamily="2" charset="-52"/>
              </a:rPr>
              <a:t>Код: </a:t>
            </a:r>
            <a:r>
              <a:rPr lang="en-US" sz="1600" dirty="0">
                <a:latin typeface="Montserrat" panose="00000500000000000000" pitchFamily="2" charset="-52"/>
                <a:hlinkClick r:id="rId2"/>
              </a:rPr>
              <a:t>https://github.com/maxikfedorov/trade-defense-platform</a:t>
            </a:r>
            <a:endParaRPr lang="ru-RU" sz="1600" dirty="0">
              <a:latin typeface="Montserrat" panose="00000500000000000000" pitchFamily="2" charset="-52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ru-RU" sz="1600" dirty="0">
                <a:latin typeface="Montserrat" panose="00000500000000000000" pitchFamily="2" charset="-52"/>
              </a:rPr>
              <a:t>Демо: </a:t>
            </a:r>
            <a:r>
              <a:rPr lang="en-US" sz="1600" dirty="0">
                <a:latin typeface="Montserrat" panose="00000500000000000000" pitchFamily="2" charset="-52"/>
                <a:hlinkClick r:id="rId3"/>
              </a:rPr>
              <a:t>https://disk.yandex.ru/i/qb2iunTlVuz_kw</a:t>
            </a:r>
            <a:endParaRPr lang="en-US" sz="1600" dirty="0">
              <a:latin typeface="Montserrat" panose="00000500000000000000" pitchFamily="2" charset="-52"/>
            </a:endParaRPr>
          </a:p>
          <a:p>
            <a:pPr marL="0" indent="0">
              <a:spcBef>
                <a:spcPts val="600"/>
              </a:spcBef>
              <a:buNone/>
            </a:pPr>
            <a:endParaRPr lang="ru-RU" sz="1600" dirty="0">
              <a:latin typeface="Montserrat" panose="00000500000000000000" pitchFamily="2" charset="-52"/>
            </a:endParaRPr>
          </a:p>
          <a:p>
            <a:pPr marL="0" indent="0">
              <a:spcBef>
                <a:spcPts val="600"/>
              </a:spcBef>
              <a:buFont typeface="Wingdings" panose="05000000000000000000" pitchFamily="2" charset="2"/>
              <a:buChar char="§"/>
            </a:pPr>
            <a:endParaRPr lang="ru-RU" sz="1600" dirty="0">
              <a:latin typeface="Montserrat" panose="00000500000000000000" pitchFamily="2" charset="-52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92BC075-42FC-46C8-BAFE-C09EC31876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3297" y="476250"/>
            <a:ext cx="3032766" cy="2268411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4C5E68E-23DE-4B28-9635-3D3790BC290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60059" y="2744661"/>
            <a:ext cx="3385453" cy="3804993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ACE4EB7-A1EA-4C66-80C9-732E9B4F8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EED48B-7F78-436B-A11D-1DB119AA0031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84924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B2F7A5-321D-4713-97ED-DD026F79EB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913" y="2761325"/>
            <a:ext cx="11233150" cy="1201075"/>
          </a:xfrm>
        </p:spPr>
        <p:txBody>
          <a:bodyPr/>
          <a:lstStyle/>
          <a:p>
            <a:pPr algn="ctr"/>
            <a:r>
              <a:rPr lang="ru-RU" sz="4800" dirty="0">
                <a:latin typeface="Montserrat" panose="00000500000000000000" pitchFamily="2" charset="-52"/>
              </a:rPr>
              <a:t>СПАСИБО ЗА ВНИМАНИЕ</a:t>
            </a:r>
            <a:r>
              <a:rPr lang="en-US" sz="4800" dirty="0">
                <a:latin typeface="Montserrat" panose="00000500000000000000" pitchFamily="2" charset="-52"/>
              </a:rPr>
              <a:t>!</a:t>
            </a:r>
            <a:endParaRPr lang="ru-RU" sz="4800" dirty="0">
              <a:latin typeface="Montserrat" panose="000005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760535779"/>
      </p:ext>
    </p:extLst>
  </p:cSld>
  <p:clrMapOvr>
    <a:masterClrMapping/>
  </p:clrMapOvr>
</p:sld>
</file>

<file path=ppt/theme/theme1.xml><?xml version="1.0" encoding="utf-8"?>
<a:theme xmlns:a="http://schemas.openxmlformats.org/drawingml/2006/main" name="Industrial Preliminary Project by Slidesgo">
  <a:themeElements>
    <a:clrScheme name="Simple Light">
      <a:dk1>
        <a:srgbClr val="202A41"/>
      </a:dk1>
      <a:lt1>
        <a:srgbClr val="FFFFFF"/>
      </a:lt1>
      <a:dk2>
        <a:srgbClr val="516988"/>
      </a:dk2>
      <a:lt2>
        <a:srgbClr val="D3E1F1"/>
      </a:lt2>
      <a:accent1>
        <a:srgbClr val="90ABCE"/>
      </a:accent1>
      <a:accent2>
        <a:srgbClr val="6E86A5"/>
      </a:accent2>
      <a:accent3>
        <a:srgbClr val="F5F4F3"/>
      </a:accent3>
      <a:accent4>
        <a:srgbClr val="FFFFFF"/>
      </a:accent4>
      <a:accent5>
        <a:srgbClr val="FFFFFF"/>
      </a:accent5>
      <a:accent6>
        <a:srgbClr val="FFFFFF"/>
      </a:accent6>
      <a:hlink>
        <a:srgbClr val="202A41"/>
      </a:hlink>
      <a:folHlink>
        <a:srgbClr val="0097A7"/>
      </a:folHlink>
    </a:clrScheme>
    <a:fontScheme name="Стандартная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Industrial Preliminary Project by Slidesgo">
  <a:themeElements>
    <a:clrScheme name="Simple Light">
      <a:dk1>
        <a:srgbClr val="202A41"/>
      </a:dk1>
      <a:lt1>
        <a:srgbClr val="FFFFFF"/>
      </a:lt1>
      <a:dk2>
        <a:srgbClr val="516988"/>
      </a:dk2>
      <a:lt2>
        <a:srgbClr val="D3E1F1"/>
      </a:lt2>
      <a:accent1>
        <a:srgbClr val="90ABCE"/>
      </a:accent1>
      <a:accent2>
        <a:srgbClr val="6E86A5"/>
      </a:accent2>
      <a:accent3>
        <a:srgbClr val="F5F4F3"/>
      </a:accent3>
      <a:accent4>
        <a:srgbClr val="FFFFFF"/>
      </a:accent4>
      <a:accent5>
        <a:srgbClr val="FFFFFF"/>
      </a:accent5>
      <a:accent6>
        <a:srgbClr val="FFFFFF"/>
      </a:accent6>
      <a:hlink>
        <a:srgbClr val="202A41"/>
      </a:hlink>
      <a:folHlink>
        <a:srgbClr val="0097A7"/>
      </a:folHlink>
    </a:clrScheme>
    <a:fontScheme name="Стандартная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1_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</Template>
  <TotalTime>470</TotalTime>
  <Words>728</Words>
  <Application>Microsoft Office PowerPoint</Application>
  <PresentationFormat>Широкоэкранный</PresentationFormat>
  <Paragraphs>97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4</vt:i4>
      </vt:variant>
      <vt:variant>
        <vt:lpstr>Заголовки слайдов</vt:lpstr>
      </vt:variant>
      <vt:variant>
        <vt:i4>11</vt:i4>
      </vt:variant>
    </vt:vector>
  </HeadingPairs>
  <TitlesOfParts>
    <vt:vector size="24" baseType="lpstr">
      <vt:lpstr>Arial</vt:lpstr>
      <vt:lpstr>Calibri</vt:lpstr>
      <vt:lpstr>Montserrat</vt:lpstr>
      <vt:lpstr>Nunito Light</vt:lpstr>
      <vt:lpstr>Poppins</vt:lpstr>
      <vt:lpstr>Proxima Nova</vt:lpstr>
      <vt:lpstr>Proxima Nova Semibold</vt:lpstr>
      <vt:lpstr>PT Sans</vt:lpstr>
      <vt:lpstr>Wingdings</vt:lpstr>
      <vt:lpstr>Industrial Preliminary Project by Slidesgo</vt:lpstr>
      <vt:lpstr>Slidesgo Final Pages</vt:lpstr>
      <vt:lpstr>1_Industrial Preliminary Project by Slidesgo</vt:lpstr>
      <vt:lpstr>1_Slidesgo Final Pages</vt:lpstr>
      <vt:lpstr>ХАКАТОН ОТКРОЙ#МОСПРОМ</vt:lpstr>
      <vt:lpstr>Постановка цели и задач</vt:lpstr>
      <vt:lpstr>ФУНКЦИОНАЛЬНОСТЬ СИСТЕМЫ</vt:lpstr>
      <vt:lpstr>АРХИТЕКТУРА ИНТЕЛЛЕКТУЛЬАНОЙ СИСТЕМЫ</vt:lpstr>
      <vt:lpstr>ВЫБОР ТЕХНОЛОГИЙ РАЗРАБОТКИ</vt:lpstr>
      <vt:lpstr>ИСПОЛЬЗОВАНИЕ ТЕХНОЛОГИЙ ИСКУССТВЕННОГО ИНТЕЛЛЕКТА</vt:lpstr>
      <vt:lpstr>КОНКУРЕНТОСПОСОБНОСТЬ И ПЕРСПЕКТИВЫ ВНЕДРЕНИЯ</vt:lpstr>
      <vt:lpstr>ДЕМОНСТРАЦИЯ СИСТЕМЫ (ч. 1)</vt:lpstr>
      <vt:lpstr>ДЕМОНСТРАЦИЯ СИСТЕМЫ (ч. 2)</vt:lpstr>
      <vt:lpstr>ИТОГИ РАЗРАБОТКИ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Никита Сомов</dc:creator>
  <cp:lastModifiedBy>Максим</cp:lastModifiedBy>
  <cp:revision>60</cp:revision>
  <dcterms:created xsi:type="dcterms:W3CDTF">2025-10-18T16:31:43Z</dcterms:created>
  <dcterms:modified xsi:type="dcterms:W3CDTF">2025-10-19T01:23:46Z</dcterms:modified>
</cp:coreProperties>
</file>