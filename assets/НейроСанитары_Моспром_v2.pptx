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92" r:id="rId2"/>
    <p:sldMasterId id="2147483695" r:id="rId3"/>
    <p:sldMasterId id="2147483727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9" r:id="rId6"/>
    <p:sldId id="257" r:id="rId7"/>
    <p:sldId id="258" r:id="rId8"/>
    <p:sldId id="260" r:id="rId9"/>
    <p:sldId id="262" r:id="rId10"/>
    <p:sldId id="261" r:id="rId11"/>
    <p:sldId id="266" r:id="rId12"/>
    <p:sldId id="263" r:id="rId13"/>
    <p:sldId id="264" r:id="rId14"/>
    <p:sldId id="265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79" userDrawn="1">
          <p15:clr>
            <a:srgbClr val="A4A3A4"/>
          </p15:clr>
        </p15:guide>
        <p15:guide id="2" pos="7355" userDrawn="1">
          <p15:clr>
            <a:srgbClr val="A4A3A4"/>
          </p15:clr>
        </p15:guide>
        <p15:guide id="3" orient="horz" pos="4042" userDrawn="1">
          <p15:clr>
            <a:srgbClr val="A4A3A4"/>
          </p15:clr>
        </p15:guide>
        <p15:guide id="4" orient="horz" pos="3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2396" y="72"/>
      </p:cViewPr>
      <p:guideLst>
        <p:guide pos="279"/>
        <p:guide pos="7355"/>
        <p:guide orient="horz" pos="4042"/>
        <p:guide orient="horz" pos="3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ACAF943-4519-4FAC-8DEF-5CEF91A2D5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BD2D3A1-3375-4F77-841E-4EDE2645AE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D11A4-91AC-47E4-9A91-FD9F0774E84C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7F18D09-F59D-46FA-9778-7E3B79BBAC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0F6876-F8BF-435B-8F67-5C25A0CE7B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4D8DCA-E432-4C86-ADB4-0881EAA74B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78745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3C7588-F80E-4345-B56B-3DD2E0B8D2A0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70C6F-EC83-4C1F-9018-B98F64F12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2433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hyperlink" Target="https://bit.ly/3A1uf1Q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hyperlink" Target="https://bit.ly/3A1uf1Q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hyperlink" Target="http://bit.ly/2TtBDfr" TargetMode="Externa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96400" y="1977067"/>
            <a:ext cx="9599200" cy="19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96400" y="4318936"/>
            <a:ext cx="9599200" cy="56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9100" y="2151"/>
            <a:ext cx="12218051" cy="6862775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9092" y="-9867"/>
            <a:ext cx="12210183" cy="6877733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5832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4968" y="1"/>
            <a:ext cx="1297033" cy="12970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5737594" y="6156659"/>
            <a:ext cx="6461133" cy="706133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5396233" y="3212867"/>
            <a:ext cx="5844800" cy="1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7587033" y="1383133"/>
            <a:ext cx="1463200" cy="1463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950967" y="719333"/>
            <a:ext cx="3680800" cy="54192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3217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950967" y="1465567"/>
            <a:ext cx="422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35" name="Google Shape;35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" name="Google Shape;37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 flipH="1">
            <a:off x="1" y="5560984"/>
            <a:ext cx="1297033" cy="129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65801" y="4949401"/>
            <a:ext cx="2357335" cy="18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>
            <a:spLocks noGrp="1"/>
          </p:cNvSpPr>
          <p:nvPr>
            <p:ph type="subTitle" idx="1"/>
          </p:nvPr>
        </p:nvSpPr>
        <p:spPr>
          <a:xfrm>
            <a:off x="950967" y="3507367"/>
            <a:ext cx="4229200" cy="21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146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4738000" y="4072740"/>
            <a:ext cx="6382800" cy="12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4738000" y="2198848"/>
            <a:ext cx="6382800" cy="12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2479600" y="2198848"/>
            <a:ext cx="2055200" cy="12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2479600" y="4072732"/>
            <a:ext cx="2055200" cy="12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3493967" y="6364633"/>
            <a:ext cx="8698035" cy="4932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5560984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4371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 l="31651" t="130" b="18270"/>
          <a:stretch/>
        </p:blipFill>
        <p:spPr>
          <a:xfrm rot="10800000" flipH="1">
            <a:off x="10932365" y="15167"/>
            <a:ext cx="1564435" cy="142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1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899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950967" y="1316717"/>
            <a:ext cx="5726400" cy="14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950967" y="2812884"/>
            <a:ext cx="5726400" cy="33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7525033" y="719333"/>
            <a:ext cx="3716000" cy="54192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33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10012802" y="4671672"/>
            <a:ext cx="2288927" cy="17439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1" y="0"/>
            <a:ext cx="7783865" cy="714733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30188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3090600" y="1742800"/>
            <a:ext cx="60108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343553" y="615044"/>
            <a:ext cx="2357333" cy="1397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0520900" y="0"/>
            <a:ext cx="1668733" cy="16687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5175599" y="6336334"/>
            <a:ext cx="7014035" cy="517367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179064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847400" y="1585467"/>
            <a:ext cx="6497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847400" y="4204667"/>
            <a:ext cx="64972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800"/>
            <a:ext cx="12192001" cy="6855184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800"/>
            <a:ext cx="6508231" cy="4876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782915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1198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3302000" y="2496600"/>
            <a:ext cx="5588000" cy="139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3302000" y="3786600"/>
            <a:ext cx="5588000" cy="5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227712" y="351491"/>
            <a:ext cx="2357333" cy="18007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1"/>
          <p:cNvGrpSpPr/>
          <p:nvPr/>
        </p:nvGrpSpPr>
        <p:grpSpPr>
          <a:xfrm flipH="1">
            <a:off x="0" y="0"/>
            <a:ext cx="12192000" cy="6877733"/>
            <a:chOff x="0" y="0"/>
            <a:chExt cx="9144000" cy="5158300"/>
          </a:xfrm>
        </p:grpSpPr>
        <p:pic>
          <p:nvPicPr>
            <p:cNvPr id="93" name="Google Shape;9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1"/>
          <p:cNvGrpSpPr/>
          <p:nvPr/>
        </p:nvGrpSpPr>
        <p:grpSpPr>
          <a:xfrm flipH="1">
            <a:off x="-6707" y="0"/>
            <a:ext cx="12198708" cy="6871867"/>
            <a:chOff x="0" y="0"/>
            <a:chExt cx="9149031" cy="5153900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1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11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1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97997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300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5012273" y="2265461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6253340" y="2265461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5012257" y="3709005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6253324" y="3709005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5012276" y="5152551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6253343" y="5152551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707467" y="2265467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707467" y="3709016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707467" y="5152564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7433733" y="2265461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7433733" y="3709005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7433733" y="5152551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12192000" cy="6858016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14637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5113900" y="1068676"/>
            <a:ext cx="5452400" cy="14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subTitle" idx="1"/>
          </p:nvPr>
        </p:nvSpPr>
        <p:spPr>
          <a:xfrm>
            <a:off x="5113900" y="2530900"/>
            <a:ext cx="5452400" cy="2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343553" y="615044"/>
            <a:ext cx="2357333" cy="1397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0520900" y="0"/>
            <a:ext cx="1668733" cy="16687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4"/>
          <p:cNvGrpSpPr/>
          <p:nvPr/>
        </p:nvGrpSpPr>
        <p:grpSpPr>
          <a:xfrm>
            <a:off x="5175599" y="6336334"/>
            <a:ext cx="7014035" cy="517367"/>
            <a:chOff x="3881699" y="4752250"/>
            <a:chExt cx="5260526" cy="388025"/>
          </a:xfrm>
        </p:grpSpPr>
        <p:pic>
          <p:nvPicPr>
            <p:cNvPr id="131" name="Google Shape;131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695094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950967" y="1316717"/>
            <a:ext cx="5726400" cy="14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subTitle" idx="1"/>
          </p:nvPr>
        </p:nvSpPr>
        <p:spPr>
          <a:xfrm>
            <a:off x="950967" y="2812884"/>
            <a:ext cx="5726400" cy="33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7" name="Google Shape;137;p15"/>
          <p:cNvSpPr>
            <a:spLocks noGrp="1"/>
          </p:cNvSpPr>
          <p:nvPr>
            <p:ph type="pic" idx="2"/>
          </p:nvPr>
        </p:nvSpPr>
        <p:spPr>
          <a:xfrm>
            <a:off x="7525033" y="719333"/>
            <a:ext cx="3716000" cy="54192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38" name="Google Shape;13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33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10012802" y="4671672"/>
            <a:ext cx="2288927" cy="17439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" y="0"/>
            <a:ext cx="7783865" cy="714733"/>
            <a:chOff x="0" y="0"/>
            <a:chExt cx="5837899" cy="536050"/>
          </a:xfrm>
        </p:grpSpPr>
        <p:pic>
          <p:nvPicPr>
            <p:cNvPr id="141" name="Google Shape;141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15"/>
          <p:cNvSpPr txBox="1">
            <a:spLocks noGrp="1"/>
          </p:cNvSpPr>
          <p:nvPr>
            <p:ph type="subTitle" idx="3"/>
          </p:nvPr>
        </p:nvSpPr>
        <p:spPr>
          <a:xfrm>
            <a:off x="950967" y="2812900"/>
            <a:ext cx="5726400" cy="33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3078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8001833" y="719333"/>
            <a:ext cx="3239200" cy="14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subTitle" idx="1"/>
          </p:nvPr>
        </p:nvSpPr>
        <p:spPr>
          <a:xfrm>
            <a:off x="8001833" y="2020533"/>
            <a:ext cx="3239200" cy="1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8" name="Google Shape;148;p16"/>
          <p:cNvSpPr>
            <a:spLocks noGrp="1"/>
          </p:cNvSpPr>
          <p:nvPr>
            <p:ph type="pic" idx="2"/>
          </p:nvPr>
        </p:nvSpPr>
        <p:spPr>
          <a:xfrm>
            <a:off x="950967" y="719333"/>
            <a:ext cx="3734800" cy="54196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49" name="Google Shape;149;p16"/>
          <p:cNvSpPr>
            <a:spLocks noGrp="1"/>
          </p:cNvSpPr>
          <p:nvPr>
            <p:ph type="pic" idx="3"/>
          </p:nvPr>
        </p:nvSpPr>
        <p:spPr>
          <a:xfrm>
            <a:off x="4794100" y="719333"/>
            <a:ext cx="2921600" cy="310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50" name="Google Shape;150;p16"/>
          <p:cNvSpPr>
            <a:spLocks noGrp="1"/>
          </p:cNvSpPr>
          <p:nvPr>
            <p:ph type="pic" idx="4"/>
          </p:nvPr>
        </p:nvSpPr>
        <p:spPr>
          <a:xfrm>
            <a:off x="4794100" y="3938367"/>
            <a:ext cx="6446800" cy="2200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51" name="Google Shape;151;p16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13652" y="4496601"/>
            <a:ext cx="603432" cy="17439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16"/>
          <p:cNvGrpSpPr/>
          <p:nvPr/>
        </p:nvGrpSpPr>
        <p:grpSpPr>
          <a:xfrm>
            <a:off x="-1" y="2800"/>
            <a:ext cx="12192001" cy="6855184"/>
            <a:chOff x="-1" y="2100"/>
            <a:chExt cx="9144001" cy="5141388"/>
          </a:xfrm>
        </p:grpSpPr>
        <p:pic>
          <p:nvPicPr>
            <p:cNvPr id="153" name="Google Shape;153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16"/>
          <p:cNvGrpSpPr/>
          <p:nvPr/>
        </p:nvGrpSpPr>
        <p:grpSpPr>
          <a:xfrm>
            <a:off x="7142036" y="6336334"/>
            <a:ext cx="5047597" cy="517367"/>
            <a:chOff x="5356527" y="4752250"/>
            <a:chExt cx="3785698" cy="388025"/>
          </a:xfrm>
        </p:grpSpPr>
        <p:pic>
          <p:nvPicPr>
            <p:cNvPr id="156" name="Google Shape;156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5356527" y="4752250"/>
              <a:ext cx="3785698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97819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1_Title and text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960000" y="853440"/>
            <a:ext cx="4313200" cy="1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"/>
          </p:nvPr>
        </p:nvSpPr>
        <p:spPr>
          <a:xfrm>
            <a:off x="960000" y="2802500"/>
            <a:ext cx="4313200" cy="16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5836150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165" name="Google Shape;165;p18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166" name="Google Shape;16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18"/>
          <p:cNvGrpSpPr/>
          <p:nvPr/>
        </p:nvGrpSpPr>
        <p:grpSpPr>
          <a:xfrm flipH="1">
            <a:off x="0" y="0"/>
            <a:ext cx="12192000" cy="6858016"/>
            <a:chOff x="0" y="0"/>
            <a:chExt cx="9144000" cy="5143512"/>
          </a:xfrm>
        </p:grpSpPr>
        <p:pic>
          <p:nvPicPr>
            <p:cNvPr id="169" name="Google Shape;16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18"/>
          <p:cNvSpPr txBox="1">
            <a:spLocks noGrp="1"/>
          </p:cNvSpPr>
          <p:nvPr>
            <p:ph type="body" idx="1"/>
          </p:nvPr>
        </p:nvSpPr>
        <p:spPr>
          <a:xfrm>
            <a:off x="2860800" y="2802500"/>
            <a:ext cx="6470400" cy="23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2"/>
          </p:nvPr>
        </p:nvSpPr>
        <p:spPr>
          <a:xfrm>
            <a:off x="2860800" y="2801533"/>
            <a:ext cx="6470400" cy="23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822144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>
            <a:spLocks noGrp="1"/>
          </p:cNvSpPr>
          <p:nvPr>
            <p:ph type="title"/>
          </p:nvPr>
        </p:nvSpPr>
        <p:spPr>
          <a:xfrm>
            <a:off x="960000" y="717989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subTitle" idx="1"/>
          </p:nvPr>
        </p:nvSpPr>
        <p:spPr>
          <a:xfrm>
            <a:off x="946333" y="3515467"/>
            <a:ext cx="2967600" cy="26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subTitle" idx="2"/>
          </p:nvPr>
        </p:nvSpPr>
        <p:spPr>
          <a:xfrm>
            <a:off x="4609884" y="3515467"/>
            <a:ext cx="2967600" cy="26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subTitle" idx="3"/>
          </p:nvPr>
        </p:nvSpPr>
        <p:spPr>
          <a:xfrm>
            <a:off x="8273435" y="3515467"/>
            <a:ext cx="2967600" cy="26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subTitle" idx="4"/>
          </p:nvPr>
        </p:nvSpPr>
        <p:spPr>
          <a:xfrm>
            <a:off x="946344" y="2764388"/>
            <a:ext cx="29676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subTitle" idx="5"/>
          </p:nvPr>
        </p:nvSpPr>
        <p:spPr>
          <a:xfrm>
            <a:off x="4612212" y="2764388"/>
            <a:ext cx="29676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81" name="Google Shape;181;p19"/>
          <p:cNvSpPr txBox="1">
            <a:spLocks noGrp="1"/>
          </p:cNvSpPr>
          <p:nvPr>
            <p:ph type="subTitle" idx="6"/>
          </p:nvPr>
        </p:nvSpPr>
        <p:spPr>
          <a:xfrm>
            <a:off x="8273447" y="2764388"/>
            <a:ext cx="29676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894934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184" name="Google Shape;18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94799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9" name="Google Shape;189;p20"/>
          <p:cNvSpPr txBox="1">
            <a:spLocks noGrp="1"/>
          </p:cNvSpPr>
          <p:nvPr>
            <p:ph type="subTitle" idx="1"/>
          </p:nvPr>
        </p:nvSpPr>
        <p:spPr>
          <a:xfrm>
            <a:off x="960000" y="2239133"/>
            <a:ext cx="47328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0" name="Google Shape;190;p20"/>
          <p:cNvSpPr txBox="1">
            <a:spLocks noGrp="1"/>
          </p:cNvSpPr>
          <p:nvPr>
            <p:ph type="subTitle" idx="2"/>
          </p:nvPr>
        </p:nvSpPr>
        <p:spPr>
          <a:xfrm>
            <a:off x="6508221" y="2239133"/>
            <a:ext cx="47328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subTitle" idx="3"/>
          </p:nvPr>
        </p:nvSpPr>
        <p:spPr>
          <a:xfrm>
            <a:off x="960000" y="4528267"/>
            <a:ext cx="47328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2" name="Google Shape;192;p20"/>
          <p:cNvSpPr txBox="1">
            <a:spLocks noGrp="1"/>
          </p:cNvSpPr>
          <p:nvPr>
            <p:ph type="subTitle" idx="4"/>
          </p:nvPr>
        </p:nvSpPr>
        <p:spPr>
          <a:xfrm>
            <a:off x="6508221" y="4528267"/>
            <a:ext cx="47328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3" name="Google Shape;193;p20"/>
          <p:cNvSpPr txBox="1">
            <a:spLocks noGrp="1"/>
          </p:cNvSpPr>
          <p:nvPr>
            <p:ph type="subTitle" idx="5"/>
          </p:nvPr>
        </p:nvSpPr>
        <p:spPr>
          <a:xfrm>
            <a:off x="960000" y="1906515"/>
            <a:ext cx="4732800" cy="5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4" name="Google Shape;194;p20"/>
          <p:cNvSpPr txBox="1">
            <a:spLocks noGrp="1"/>
          </p:cNvSpPr>
          <p:nvPr>
            <p:ph type="subTitle" idx="6"/>
          </p:nvPr>
        </p:nvSpPr>
        <p:spPr>
          <a:xfrm>
            <a:off x="960000" y="4195881"/>
            <a:ext cx="4732800" cy="5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5" name="Google Shape;195;p20"/>
          <p:cNvSpPr txBox="1">
            <a:spLocks noGrp="1"/>
          </p:cNvSpPr>
          <p:nvPr>
            <p:ph type="subTitle" idx="7"/>
          </p:nvPr>
        </p:nvSpPr>
        <p:spPr>
          <a:xfrm>
            <a:off x="6508169" y="1906515"/>
            <a:ext cx="4732800" cy="5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6" name="Google Shape;196;p20"/>
          <p:cNvSpPr txBox="1">
            <a:spLocks noGrp="1"/>
          </p:cNvSpPr>
          <p:nvPr>
            <p:ph type="subTitle" idx="8"/>
          </p:nvPr>
        </p:nvSpPr>
        <p:spPr>
          <a:xfrm>
            <a:off x="6508173" y="4195881"/>
            <a:ext cx="4732800" cy="5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97" name="Google Shape;197;p20"/>
          <p:cNvGrpSpPr/>
          <p:nvPr/>
        </p:nvGrpSpPr>
        <p:grpSpPr>
          <a:xfrm>
            <a:off x="-1" y="-6291"/>
            <a:ext cx="12192001" cy="6864276"/>
            <a:chOff x="-1" y="-4719"/>
            <a:chExt cx="9144001" cy="5148207"/>
          </a:xfrm>
        </p:grpSpPr>
        <p:pic>
          <p:nvPicPr>
            <p:cNvPr id="198" name="Google Shape;19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20"/>
          <p:cNvGrpSpPr/>
          <p:nvPr/>
        </p:nvGrpSpPr>
        <p:grpSpPr>
          <a:xfrm rot="10800000">
            <a:off x="0" y="-6292"/>
            <a:ext cx="6508231" cy="487600"/>
            <a:chOff x="4261050" y="4610675"/>
            <a:chExt cx="4881173" cy="365700"/>
          </a:xfrm>
        </p:grpSpPr>
        <p:pic>
          <p:nvPicPr>
            <p:cNvPr id="201" name="Google Shape;201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675119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ubTitle" idx="1"/>
          </p:nvPr>
        </p:nvSpPr>
        <p:spPr>
          <a:xfrm>
            <a:off x="960100" y="2243328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subTitle" idx="2"/>
          </p:nvPr>
        </p:nvSpPr>
        <p:spPr>
          <a:xfrm>
            <a:off x="4525173" y="2243328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subTitle" idx="3"/>
          </p:nvPr>
        </p:nvSpPr>
        <p:spPr>
          <a:xfrm>
            <a:off x="960100" y="4531409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subTitle" idx="4"/>
          </p:nvPr>
        </p:nvSpPr>
        <p:spPr>
          <a:xfrm>
            <a:off x="4525173" y="4531409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0" name="Google Shape;210;p21"/>
          <p:cNvSpPr txBox="1">
            <a:spLocks noGrp="1"/>
          </p:cNvSpPr>
          <p:nvPr>
            <p:ph type="subTitle" idx="5"/>
          </p:nvPr>
        </p:nvSpPr>
        <p:spPr>
          <a:xfrm>
            <a:off x="8090248" y="2243328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subTitle" idx="6"/>
          </p:nvPr>
        </p:nvSpPr>
        <p:spPr>
          <a:xfrm>
            <a:off x="8090248" y="4531409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subTitle" idx="7"/>
          </p:nvPr>
        </p:nvSpPr>
        <p:spPr>
          <a:xfrm>
            <a:off x="960100" y="1901952"/>
            <a:ext cx="3150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subTitle" idx="8"/>
          </p:nvPr>
        </p:nvSpPr>
        <p:spPr>
          <a:xfrm>
            <a:off x="4527173" y="1901952"/>
            <a:ext cx="3146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4" name="Google Shape;214;p21"/>
          <p:cNvSpPr txBox="1">
            <a:spLocks noGrp="1"/>
          </p:cNvSpPr>
          <p:nvPr>
            <p:ph type="subTitle" idx="9"/>
          </p:nvPr>
        </p:nvSpPr>
        <p:spPr>
          <a:xfrm>
            <a:off x="8090248" y="1901952"/>
            <a:ext cx="3146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5" name="Google Shape;215;p21"/>
          <p:cNvSpPr txBox="1">
            <a:spLocks noGrp="1"/>
          </p:cNvSpPr>
          <p:nvPr>
            <p:ph type="subTitle" idx="13"/>
          </p:nvPr>
        </p:nvSpPr>
        <p:spPr>
          <a:xfrm>
            <a:off x="960100" y="4194048"/>
            <a:ext cx="3150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6" name="Google Shape;216;p21"/>
          <p:cNvSpPr txBox="1">
            <a:spLocks noGrp="1"/>
          </p:cNvSpPr>
          <p:nvPr>
            <p:ph type="subTitle" idx="14"/>
          </p:nvPr>
        </p:nvSpPr>
        <p:spPr>
          <a:xfrm>
            <a:off x="4525173" y="4194055"/>
            <a:ext cx="3146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7" name="Google Shape;217;p21"/>
          <p:cNvSpPr txBox="1">
            <a:spLocks noGrp="1"/>
          </p:cNvSpPr>
          <p:nvPr>
            <p:ph type="subTitle" idx="15"/>
          </p:nvPr>
        </p:nvSpPr>
        <p:spPr>
          <a:xfrm>
            <a:off x="8090248" y="4194055"/>
            <a:ext cx="3146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l="68148" b="22414"/>
          <a:stretch/>
        </p:blipFill>
        <p:spPr>
          <a:xfrm rot="10800000">
            <a:off x="11441132" y="85835"/>
            <a:ext cx="750835" cy="1397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10894968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8480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>
            <a:spLocks noGrp="1"/>
          </p:cNvSpPr>
          <p:nvPr>
            <p:ph type="title" hasCustomPrompt="1"/>
          </p:nvPr>
        </p:nvSpPr>
        <p:spPr>
          <a:xfrm>
            <a:off x="4133184" y="2726839"/>
            <a:ext cx="39256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2"/>
          <p:cNvSpPr txBox="1">
            <a:spLocks noGrp="1"/>
          </p:cNvSpPr>
          <p:nvPr>
            <p:ph type="subTitle" idx="1"/>
          </p:nvPr>
        </p:nvSpPr>
        <p:spPr>
          <a:xfrm>
            <a:off x="4133197" y="3650433"/>
            <a:ext cx="3925600" cy="4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4" name="Google Shape;224;p22"/>
          <p:cNvSpPr txBox="1">
            <a:spLocks noGrp="1"/>
          </p:cNvSpPr>
          <p:nvPr>
            <p:ph type="title" idx="2" hasCustomPrompt="1"/>
          </p:nvPr>
        </p:nvSpPr>
        <p:spPr>
          <a:xfrm>
            <a:off x="4133205" y="893251"/>
            <a:ext cx="39256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2"/>
          <p:cNvSpPr txBox="1">
            <a:spLocks noGrp="1"/>
          </p:cNvSpPr>
          <p:nvPr>
            <p:ph type="subTitle" idx="3"/>
          </p:nvPr>
        </p:nvSpPr>
        <p:spPr>
          <a:xfrm>
            <a:off x="4133205" y="1816861"/>
            <a:ext cx="3925600" cy="4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6" name="Google Shape;226;p22"/>
          <p:cNvSpPr txBox="1">
            <a:spLocks noGrp="1"/>
          </p:cNvSpPr>
          <p:nvPr>
            <p:ph type="title" idx="4" hasCustomPrompt="1"/>
          </p:nvPr>
        </p:nvSpPr>
        <p:spPr>
          <a:xfrm>
            <a:off x="4133195" y="4560423"/>
            <a:ext cx="39256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2"/>
          <p:cNvSpPr txBox="1">
            <a:spLocks noGrp="1"/>
          </p:cNvSpPr>
          <p:nvPr>
            <p:ph type="subTitle" idx="5"/>
          </p:nvPr>
        </p:nvSpPr>
        <p:spPr>
          <a:xfrm>
            <a:off x="4133208" y="5484017"/>
            <a:ext cx="3925600" cy="4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228" name="Google Shape;228;p22"/>
          <p:cNvGrpSpPr/>
          <p:nvPr/>
        </p:nvGrpSpPr>
        <p:grpSpPr>
          <a:xfrm>
            <a:off x="0" y="0"/>
            <a:ext cx="12198725" cy="6871879"/>
            <a:chOff x="0" y="0"/>
            <a:chExt cx="9149044" cy="5153909"/>
          </a:xfrm>
        </p:grpSpPr>
        <p:grpSp>
          <p:nvGrpSpPr>
            <p:cNvPr id="229" name="Google Shape;229;p22"/>
            <p:cNvGrpSpPr/>
            <p:nvPr/>
          </p:nvGrpSpPr>
          <p:grpSpPr>
            <a:xfrm>
              <a:off x="2633519" y="4796608"/>
              <a:ext cx="6515525" cy="357300"/>
              <a:chOff x="2633519" y="4796608"/>
              <a:chExt cx="6515525" cy="357300"/>
            </a:xfrm>
          </p:grpSpPr>
          <p:pic>
            <p:nvPicPr>
              <p:cNvPr id="230" name="Google Shape;230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33519" y="4796608"/>
                <a:ext cx="6515525" cy="3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" name="Google Shape;231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9407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2" name="Google Shape;232;p22"/>
            <p:cNvGrpSpPr/>
            <p:nvPr/>
          </p:nvGrpSpPr>
          <p:grpSpPr>
            <a:xfrm>
              <a:off x="0" y="0"/>
              <a:ext cx="6523526" cy="359400"/>
              <a:chOff x="0" y="0"/>
              <a:chExt cx="6523526" cy="359400"/>
            </a:xfrm>
          </p:grpSpPr>
          <p:pic>
            <p:nvPicPr>
              <p:cNvPr id="233" name="Google Shape;233;p2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" name="Google Shape;234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35" name="Google Shape;235;p22"/>
          <p:cNvPicPr preferRelativeResize="0"/>
          <p:nvPr/>
        </p:nvPicPr>
        <p:blipFill rotWithShape="1">
          <a:blip r:embed="rId6">
            <a:alphaModFix/>
          </a:blip>
          <a:srcRect t="129" b="129"/>
          <a:stretch/>
        </p:blipFill>
        <p:spPr>
          <a:xfrm rot="5400000">
            <a:off x="-170898" y="4750072"/>
            <a:ext cx="2288927" cy="17439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65788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239" name="Google Shape;239;p23"/>
          <p:cNvGrpSpPr/>
          <p:nvPr/>
        </p:nvGrpSpPr>
        <p:grpSpPr>
          <a:xfrm>
            <a:off x="0" y="0"/>
            <a:ext cx="8698035" cy="493200"/>
            <a:chOff x="0" y="0"/>
            <a:chExt cx="6523526" cy="369900"/>
          </a:xfrm>
        </p:grpSpPr>
        <p:pic>
          <p:nvPicPr>
            <p:cNvPr id="240" name="Google Shape;240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23"/>
          <p:cNvGrpSpPr/>
          <p:nvPr/>
        </p:nvGrpSpPr>
        <p:grpSpPr>
          <a:xfrm>
            <a:off x="0" y="0"/>
            <a:ext cx="12192000" cy="6858016"/>
            <a:chOff x="0" y="0"/>
            <a:chExt cx="9144000" cy="5143512"/>
          </a:xfrm>
        </p:grpSpPr>
        <p:pic>
          <p:nvPicPr>
            <p:cNvPr id="243" name="Google Shape;243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692887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>
            <a:alphaModFix/>
          </a:blip>
          <a:srcRect l="14813" b="34262"/>
          <a:stretch/>
        </p:blipFill>
        <p:spPr>
          <a:xfrm rot="10800000">
            <a:off x="10205532" y="-54035"/>
            <a:ext cx="2008101" cy="11837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24"/>
          <p:cNvGrpSpPr/>
          <p:nvPr/>
        </p:nvGrpSpPr>
        <p:grpSpPr>
          <a:xfrm flipH="1">
            <a:off x="0" y="0"/>
            <a:ext cx="12192000" cy="6858016"/>
            <a:chOff x="0" y="0"/>
            <a:chExt cx="9144000" cy="5143512"/>
          </a:xfrm>
        </p:grpSpPr>
        <p:pic>
          <p:nvPicPr>
            <p:cNvPr id="250" name="Google Shape;250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8070834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255" name="Google Shape;255;p25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8" name="Google Shape;258;p25"/>
          <p:cNvPicPr preferRelativeResize="0"/>
          <p:nvPr/>
        </p:nvPicPr>
        <p:blipFill rotWithShape="1">
          <a:blip r:embed="rId5">
            <a:alphaModFix/>
          </a:blip>
          <a:srcRect r="56111" b="41941"/>
          <a:stretch/>
        </p:blipFill>
        <p:spPr>
          <a:xfrm rot="-5400000">
            <a:off x="11100051" y="5689050"/>
            <a:ext cx="1034600" cy="10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 flipH="1">
            <a:off x="1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87156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263" name="Google Shape;263;p26"/>
          <p:cNvPicPr preferRelativeResize="0"/>
          <p:nvPr/>
        </p:nvPicPr>
        <p:blipFill rotWithShape="1">
          <a:blip r:embed="rId3">
            <a:alphaModFix/>
          </a:blip>
          <a:srcRect t="128" b="35496"/>
          <a:stretch/>
        </p:blipFill>
        <p:spPr>
          <a:xfrm>
            <a:off x="8394901" y="5725163"/>
            <a:ext cx="2288935" cy="112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6"/>
          <p:cNvGrpSpPr/>
          <p:nvPr/>
        </p:nvGrpSpPr>
        <p:grpSpPr>
          <a:xfrm>
            <a:off x="1" y="0"/>
            <a:ext cx="5052697" cy="479200"/>
            <a:chOff x="0" y="0"/>
            <a:chExt cx="3789523" cy="359400"/>
          </a:xfrm>
        </p:grpSpPr>
        <p:pic>
          <p:nvPicPr>
            <p:cNvPr id="265" name="Google Shape;265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7" name="Google Shape;26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 flipH="1">
            <a:off x="10894968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98147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271" name="Google Shape;271;p27"/>
          <p:cNvGrpSpPr/>
          <p:nvPr/>
        </p:nvGrpSpPr>
        <p:grpSpPr>
          <a:xfrm rot="10800000" flipH="1">
            <a:off x="6841498" y="0"/>
            <a:ext cx="5350503" cy="479200"/>
            <a:chOff x="5129348" y="4780863"/>
            <a:chExt cx="4012877" cy="359400"/>
          </a:xfrm>
        </p:grpSpPr>
        <p:pic>
          <p:nvPicPr>
            <p:cNvPr id="272" name="Google Shape;27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5129348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4" name="Google Shape;27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33" y="1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4215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8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278" name="Google Shape;278;p28"/>
          <p:cNvGrpSpPr/>
          <p:nvPr/>
        </p:nvGrpSpPr>
        <p:grpSpPr>
          <a:xfrm>
            <a:off x="0" y="17"/>
            <a:ext cx="12192000" cy="6857983"/>
            <a:chOff x="0" y="12"/>
            <a:chExt cx="9144000" cy="5143487"/>
          </a:xfrm>
        </p:grpSpPr>
        <p:pic>
          <p:nvPicPr>
            <p:cNvPr id="279" name="Google Shape;279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0" y="4170725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 flipH="1">
              <a:off x="8171225" y="12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28"/>
          <p:cNvGrpSpPr/>
          <p:nvPr/>
        </p:nvGrpSpPr>
        <p:grpSpPr>
          <a:xfrm rot="10800000">
            <a:off x="1" y="0"/>
            <a:ext cx="5350503" cy="479200"/>
            <a:chOff x="5129346" y="4780863"/>
            <a:chExt cx="4012877" cy="359400"/>
          </a:xfrm>
        </p:grpSpPr>
        <p:pic>
          <p:nvPicPr>
            <p:cNvPr id="282" name="Google Shape;28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5129346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260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4255533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9"/>
          <p:cNvSpPr txBox="1">
            <a:spLocks noGrp="1"/>
          </p:cNvSpPr>
          <p:nvPr>
            <p:ph type="title"/>
          </p:nvPr>
        </p:nvSpPr>
        <p:spPr>
          <a:xfrm>
            <a:off x="950969" y="720000"/>
            <a:ext cx="55352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7" name="Google Shape;287;p29"/>
          <p:cNvSpPr txBox="1">
            <a:spLocks noGrp="1"/>
          </p:cNvSpPr>
          <p:nvPr>
            <p:ph type="subTitle" idx="1"/>
          </p:nvPr>
        </p:nvSpPr>
        <p:spPr>
          <a:xfrm>
            <a:off x="950951" y="3159133"/>
            <a:ext cx="49324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88" name="Google Shape;288;p29"/>
          <p:cNvSpPr>
            <a:spLocks noGrp="1"/>
          </p:cNvSpPr>
          <p:nvPr>
            <p:ph type="pic" idx="2"/>
          </p:nvPr>
        </p:nvSpPr>
        <p:spPr>
          <a:xfrm>
            <a:off x="950967" y="719400"/>
            <a:ext cx="4096800" cy="54192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grpSp>
        <p:nvGrpSpPr>
          <p:cNvPr id="289" name="Google Shape;289;p29"/>
          <p:cNvGrpSpPr/>
          <p:nvPr/>
        </p:nvGrpSpPr>
        <p:grpSpPr>
          <a:xfrm>
            <a:off x="-9088" y="1"/>
            <a:ext cx="12201269" cy="6871884"/>
            <a:chOff x="-6816" y="0"/>
            <a:chExt cx="9150952" cy="5153913"/>
          </a:xfrm>
        </p:grpSpPr>
        <p:grpSp>
          <p:nvGrpSpPr>
            <p:cNvPr id="290" name="Google Shape;290;p29"/>
            <p:cNvGrpSpPr/>
            <p:nvPr/>
          </p:nvGrpSpPr>
          <p:grpSpPr>
            <a:xfrm flipH="1">
              <a:off x="5354613" y="0"/>
              <a:ext cx="3789523" cy="359400"/>
              <a:chOff x="0" y="0"/>
              <a:chExt cx="3789523" cy="359400"/>
            </a:xfrm>
          </p:grpSpPr>
          <p:pic>
            <p:nvPicPr>
              <p:cNvPr id="291" name="Google Shape;291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0" y="0"/>
                <a:ext cx="3789523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" name="Google Shape;292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3" name="Google Shape;293;p29"/>
            <p:cNvGrpSpPr/>
            <p:nvPr/>
          </p:nvGrpSpPr>
          <p:grpSpPr>
            <a:xfrm flipH="1">
              <a:off x="-6816" y="4765888"/>
              <a:ext cx="3785698" cy="388025"/>
              <a:chOff x="5363346" y="4765888"/>
              <a:chExt cx="3785698" cy="388025"/>
            </a:xfrm>
          </p:grpSpPr>
          <p:pic>
            <p:nvPicPr>
              <p:cNvPr id="294" name="Google Shape;294;p2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10800000">
                <a:off x="5363346" y="4765888"/>
                <a:ext cx="3785698" cy="388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" name="Google Shape;295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300206" y="49254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96" name="Google Shape;296;p29"/>
          <p:cNvGrpSpPr/>
          <p:nvPr/>
        </p:nvGrpSpPr>
        <p:grpSpPr>
          <a:xfrm>
            <a:off x="1" y="-15384"/>
            <a:ext cx="12191999" cy="6873367"/>
            <a:chOff x="0" y="-11538"/>
            <a:chExt cx="9143999" cy="5155025"/>
          </a:xfrm>
        </p:grpSpPr>
        <p:pic>
          <p:nvPicPr>
            <p:cNvPr id="297" name="Google Shape;297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0" y="-11538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8171224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29"/>
          <p:cNvSpPr txBox="1"/>
          <p:nvPr/>
        </p:nvSpPr>
        <p:spPr>
          <a:xfrm>
            <a:off x="950965" y="4723100"/>
            <a:ext cx="4567200" cy="8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3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lang="en" sz="1333" b="1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Slidesgo</a:t>
            </a:r>
            <a:r>
              <a:rPr lang="en" sz="13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 </a:t>
            </a:r>
            <a:r>
              <a:rPr lang="en" sz="1333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333" b="1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5487126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93498" y="4777004"/>
            <a:ext cx="2288927" cy="174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1451" y="-18200"/>
            <a:ext cx="1668733" cy="16687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0" y="-18184"/>
            <a:ext cx="11838469" cy="6564824"/>
            <a:chOff x="0" y="-13638"/>
            <a:chExt cx="8878852" cy="4923618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30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3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3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5483447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11510385" y="51834"/>
            <a:ext cx="603432" cy="17439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1"/>
          <p:cNvGrpSpPr/>
          <p:nvPr/>
        </p:nvGrpSpPr>
        <p:grpSpPr>
          <a:xfrm>
            <a:off x="-35" y="-27275"/>
            <a:ext cx="1297035" cy="6883859"/>
            <a:chOff x="-26" y="-20456"/>
            <a:chExt cx="972776" cy="5162894"/>
          </a:xfrm>
        </p:grpSpPr>
        <p:pic>
          <p:nvPicPr>
            <p:cNvPr id="314" name="Google Shape;314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31"/>
          <p:cNvGrpSpPr/>
          <p:nvPr/>
        </p:nvGrpSpPr>
        <p:grpSpPr>
          <a:xfrm rot="10800000">
            <a:off x="7157485" y="6378800"/>
            <a:ext cx="5052697" cy="479200"/>
            <a:chOff x="-13638" y="0"/>
            <a:chExt cx="3789523" cy="359400"/>
          </a:xfrm>
        </p:grpSpPr>
        <p:pic>
          <p:nvPicPr>
            <p:cNvPr id="317" name="Google Shape;317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839195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1D311-8527-4480-8C96-2F5FB233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7D8A8-C65A-4FED-B18C-8AD0898CC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588B70-D06B-4EB3-AB94-B2B553362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0B1C36-904E-4E50-9187-52CC59219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E595D5-ADC7-41BC-A743-11191A32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2836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7617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"/>
          <p:cNvSpPr txBox="1">
            <a:spLocks noGrp="1"/>
          </p:cNvSpPr>
          <p:nvPr>
            <p:ph type="title"/>
          </p:nvPr>
        </p:nvSpPr>
        <p:spPr>
          <a:xfrm>
            <a:off x="964600" y="681367"/>
            <a:ext cx="10262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18422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96400" y="1977067"/>
            <a:ext cx="9599200" cy="19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96400" y="4318936"/>
            <a:ext cx="9599200" cy="56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9100" y="2151"/>
            <a:ext cx="12218051" cy="6862775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9092" y="-9867"/>
            <a:ext cx="12210183" cy="6877733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610321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4968" y="1"/>
            <a:ext cx="1297033" cy="12970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5737594" y="6156659"/>
            <a:ext cx="6461133" cy="706133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5396233" y="3212867"/>
            <a:ext cx="5844800" cy="1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7587033" y="1383133"/>
            <a:ext cx="1463200" cy="1463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950967" y="719333"/>
            <a:ext cx="3680800" cy="54192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441509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950967" y="1465567"/>
            <a:ext cx="422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35" name="Google Shape;35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" name="Google Shape;37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 flipH="1">
            <a:off x="1" y="5560984"/>
            <a:ext cx="1297033" cy="129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65801" y="4949401"/>
            <a:ext cx="2357335" cy="18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>
            <a:spLocks noGrp="1"/>
          </p:cNvSpPr>
          <p:nvPr>
            <p:ph type="subTitle" idx="1"/>
          </p:nvPr>
        </p:nvSpPr>
        <p:spPr>
          <a:xfrm>
            <a:off x="950967" y="3507367"/>
            <a:ext cx="4229200" cy="21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2650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4738000" y="4072740"/>
            <a:ext cx="6382800" cy="12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4738000" y="2198848"/>
            <a:ext cx="6382800" cy="12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2479600" y="2198848"/>
            <a:ext cx="2055200" cy="12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2479600" y="4072732"/>
            <a:ext cx="2055200" cy="12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3493967" y="6364633"/>
            <a:ext cx="8698035" cy="4932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5560984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2085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 l="31651" t="130" b="18270"/>
          <a:stretch/>
        </p:blipFill>
        <p:spPr>
          <a:xfrm rot="10800000" flipH="1">
            <a:off x="10932365" y="15167"/>
            <a:ext cx="1564435" cy="142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1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21108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950967" y="1316717"/>
            <a:ext cx="5726400" cy="14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950967" y="2812884"/>
            <a:ext cx="5726400" cy="33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7525033" y="719333"/>
            <a:ext cx="3716000" cy="54192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33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10012802" y="4671672"/>
            <a:ext cx="2288927" cy="17439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1" y="0"/>
            <a:ext cx="7783865" cy="714733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61470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3090600" y="1742800"/>
            <a:ext cx="60108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343553" y="615044"/>
            <a:ext cx="2357333" cy="1397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0520900" y="0"/>
            <a:ext cx="1668733" cy="16687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5175599" y="6336334"/>
            <a:ext cx="7014035" cy="517367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5668733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847400" y="1585467"/>
            <a:ext cx="6497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847400" y="4204667"/>
            <a:ext cx="64972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800"/>
            <a:ext cx="12192001" cy="6855184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800"/>
            <a:ext cx="6508231" cy="4876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346569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940550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3302000" y="2496600"/>
            <a:ext cx="5588000" cy="139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3302000" y="3786600"/>
            <a:ext cx="5588000" cy="5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227712" y="351491"/>
            <a:ext cx="2357333" cy="18007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1"/>
          <p:cNvGrpSpPr/>
          <p:nvPr/>
        </p:nvGrpSpPr>
        <p:grpSpPr>
          <a:xfrm flipH="1">
            <a:off x="0" y="0"/>
            <a:ext cx="12192000" cy="6877733"/>
            <a:chOff x="0" y="0"/>
            <a:chExt cx="9144000" cy="5158300"/>
          </a:xfrm>
        </p:grpSpPr>
        <p:pic>
          <p:nvPicPr>
            <p:cNvPr id="93" name="Google Shape;9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1"/>
          <p:cNvGrpSpPr/>
          <p:nvPr/>
        </p:nvGrpSpPr>
        <p:grpSpPr>
          <a:xfrm flipH="1">
            <a:off x="-6707" y="0"/>
            <a:ext cx="12198708" cy="6871867"/>
            <a:chOff x="0" y="0"/>
            <a:chExt cx="9149031" cy="5153900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1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11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1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4328478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6999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5012273" y="2265461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6253340" y="2265461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5012257" y="3709005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6253324" y="3709005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5012276" y="5152551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6253343" y="5152551"/>
            <a:ext cx="926400" cy="92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707467" y="2265467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707467" y="3709016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707467" y="5152564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7433733" y="2265461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7433733" y="3709005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7433733" y="5152551"/>
            <a:ext cx="3050800" cy="9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12192000" cy="6858016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951652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5113900" y="1068676"/>
            <a:ext cx="5452400" cy="14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subTitle" idx="1"/>
          </p:nvPr>
        </p:nvSpPr>
        <p:spPr>
          <a:xfrm>
            <a:off x="5113900" y="2530900"/>
            <a:ext cx="5452400" cy="2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343553" y="615044"/>
            <a:ext cx="2357333" cy="1397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0520900" y="0"/>
            <a:ext cx="1668733" cy="16687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4"/>
          <p:cNvGrpSpPr/>
          <p:nvPr/>
        </p:nvGrpSpPr>
        <p:grpSpPr>
          <a:xfrm>
            <a:off x="5175599" y="6336334"/>
            <a:ext cx="7014035" cy="517367"/>
            <a:chOff x="3881699" y="4752250"/>
            <a:chExt cx="5260526" cy="388025"/>
          </a:xfrm>
        </p:grpSpPr>
        <p:pic>
          <p:nvPicPr>
            <p:cNvPr id="131" name="Google Shape;131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4039337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950967" y="1316717"/>
            <a:ext cx="5726400" cy="14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subTitle" idx="1"/>
          </p:nvPr>
        </p:nvSpPr>
        <p:spPr>
          <a:xfrm>
            <a:off x="950967" y="2812884"/>
            <a:ext cx="5726400" cy="33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7" name="Google Shape;137;p15"/>
          <p:cNvSpPr>
            <a:spLocks noGrp="1"/>
          </p:cNvSpPr>
          <p:nvPr>
            <p:ph type="pic" idx="2"/>
          </p:nvPr>
        </p:nvSpPr>
        <p:spPr>
          <a:xfrm>
            <a:off x="7525033" y="719333"/>
            <a:ext cx="3716000" cy="54192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38" name="Google Shape;13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33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10012802" y="4671672"/>
            <a:ext cx="2288927" cy="17439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" y="0"/>
            <a:ext cx="7783865" cy="714733"/>
            <a:chOff x="0" y="0"/>
            <a:chExt cx="5837899" cy="536050"/>
          </a:xfrm>
        </p:grpSpPr>
        <p:pic>
          <p:nvPicPr>
            <p:cNvPr id="141" name="Google Shape;141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15"/>
          <p:cNvSpPr txBox="1">
            <a:spLocks noGrp="1"/>
          </p:cNvSpPr>
          <p:nvPr>
            <p:ph type="subTitle" idx="3"/>
          </p:nvPr>
        </p:nvSpPr>
        <p:spPr>
          <a:xfrm>
            <a:off x="950967" y="2812900"/>
            <a:ext cx="5726400" cy="33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015640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8001833" y="719333"/>
            <a:ext cx="3239200" cy="14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subTitle" idx="1"/>
          </p:nvPr>
        </p:nvSpPr>
        <p:spPr>
          <a:xfrm>
            <a:off x="8001833" y="2020533"/>
            <a:ext cx="3239200" cy="1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8" name="Google Shape;148;p16"/>
          <p:cNvSpPr>
            <a:spLocks noGrp="1"/>
          </p:cNvSpPr>
          <p:nvPr>
            <p:ph type="pic" idx="2"/>
          </p:nvPr>
        </p:nvSpPr>
        <p:spPr>
          <a:xfrm>
            <a:off x="950967" y="719333"/>
            <a:ext cx="3734800" cy="54196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49" name="Google Shape;149;p16"/>
          <p:cNvSpPr>
            <a:spLocks noGrp="1"/>
          </p:cNvSpPr>
          <p:nvPr>
            <p:ph type="pic" idx="3"/>
          </p:nvPr>
        </p:nvSpPr>
        <p:spPr>
          <a:xfrm>
            <a:off x="4794100" y="719333"/>
            <a:ext cx="2921600" cy="310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50" name="Google Shape;150;p16"/>
          <p:cNvSpPr>
            <a:spLocks noGrp="1"/>
          </p:cNvSpPr>
          <p:nvPr>
            <p:ph type="pic" idx="4"/>
          </p:nvPr>
        </p:nvSpPr>
        <p:spPr>
          <a:xfrm>
            <a:off x="4794100" y="3938367"/>
            <a:ext cx="6446800" cy="2200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51" name="Google Shape;151;p16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13652" y="4496601"/>
            <a:ext cx="603432" cy="17439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16"/>
          <p:cNvGrpSpPr/>
          <p:nvPr/>
        </p:nvGrpSpPr>
        <p:grpSpPr>
          <a:xfrm>
            <a:off x="-1" y="2800"/>
            <a:ext cx="12192001" cy="6855184"/>
            <a:chOff x="-1" y="2100"/>
            <a:chExt cx="9144001" cy="5141388"/>
          </a:xfrm>
        </p:grpSpPr>
        <p:pic>
          <p:nvPicPr>
            <p:cNvPr id="153" name="Google Shape;153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16"/>
          <p:cNvGrpSpPr/>
          <p:nvPr/>
        </p:nvGrpSpPr>
        <p:grpSpPr>
          <a:xfrm>
            <a:off x="7142036" y="6336334"/>
            <a:ext cx="5047597" cy="517367"/>
            <a:chOff x="5356527" y="4752250"/>
            <a:chExt cx="3785698" cy="388025"/>
          </a:xfrm>
        </p:grpSpPr>
        <p:pic>
          <p:nvPicPr>
            <p:cNvPr id="156" name="Google Shape;156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5356527" y="4752250"/>
              <a:ext cx="3785698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791670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1_Title and text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960000" y="853440"/>
            <a:ext cx="4313200" cy="1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"/>
          </p:nvPr>
        </p:nvSpPr>
        <p:spPr>
          <a:xfrm>
            <a:off x="960000" y="2802500"/>
            <a:ext cx="4313200" cy="16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648705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165" name="Google Shape;165;p18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166" name="Google Shape;16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18"/>
          <p:cNvGrpSpPr/>
          <p:nvPr/>
        </p:nvGrpSpPr>
        <p:grpSpPr>
          <a:xfrm flipH="1">
            <a:off x="0" y="0"/>
            <a:ext cx="12192000" cy="6858016"/>
            <a:chOff x="0" y="0"/>
            <a:chExt cx="9144000" cy="5143512"/>
          </a:xfrm>
        </p:grpSpPr>
        <p:pic>
          <p:nvPicPr>
            <p:cNvPr id="169" name="Google Shape;16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18"/>
          <p:cNvSpPr txBox="1">
            <a:spLocks noGrp="1"/>
          </p:cNvSpPr>
          <p:nvPr>
            <p:ph type="body" idx="1"/>
          </p:nvPr>
        </p:nvSpPr>
        <p:spPr>
          <a:xfrm>
            <a:off x="2860800" y="2802500"/>
            <a:ext cx="6470400" cy="23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2"/>
          </p:nvPr>
        </p:nvSpPr>
        <p:spPr>
          <a:xfrm>
            <a:off x="2860800" y="2801533"/>
            <a:ext cx="6470400" cy="23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400125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>
            <a:spLocks noGrp="1"/>
          </p:cNvSpPr>
          <p:nvPr>
            <p:ph type="title"/>
          </p:nvPr>
        </p:nvSpPr>
        <p:spPr>
          <a:xfrm>
            <a:off x="960000" y="717989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subTitle" idx="1"/>
          </p:nvPr>
        </p:nvSpPr>
        <p:spPr>
          <a:xfrm>
            <a:off x="946333" y="3515467"/>
            <a:ext cx="2967600" cy="26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subTitle" idx="2"/>
          </p:nvPr>
        </p:nvSpPr>
        <p:spPr>
          <a:xfrm>
            <a:off x="4609884" y="3515467"/>
            <a:ext cx="2967600" cy="26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subTitle" idx="3"/>
          </p:nvPr>
        </p:nvSpPr>
        <p:spPr>
          <a:xfrm>
            <a:off x="8273435" y="3515467"/>
            <a:ext cx="2967600" cy="26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subTitle" idx="4"/>
          </p:nvPr>
        </p:nvSpPr>
        <p:spPr>
          <a:xfrm>
            <a:off x="946344" y="2764388"/>
            <a:ext cx="29676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subTitle" idx="5"/>
          </p:nvPr>
        </p:nvSpPr>
        <p:spPr>
          <a:xfrm>
            <a:off x="4612212" y="2764388"/>
            <a:ext cx="29676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81" name="Google Shape;181;p19"/>
          <p:cNvSpPr txBox="1">
            <a:spLocks noGrp="1"/>
          </p:cNvSpPr>
          <p:nvPr>
            <p:ph type="subTitle" idx="6"/>
          </p:nvPr>
        </p:nvSpPr>
        <p:spPr>
          <a:xfrm>
            <a:off x="8273447" y="2764388"/>
            <a:ext cx="29676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894934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184" name="Google Shape;18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21331311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9" name="Google Shape;189;p20"/>
          <p:cNvSpPr txBox="1">
            <a:spLocks noGrp="1"/>
          </p:cNvSpPr>
          <p:nvPr>
            <p:ph type="subTitle" idx="1"/>
          </p:nvPr>
        </p:nvSpPr>
        <p:spPr>
          <a:xfrm>
            <a:off x="960000" y="2239133"/>
            <a:ext cx="47328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0" name="Google Shape;190;p20"/>
          <p:cNvSpPr txBox="1">
            <a:spLocks noGrp="1"/>
          </p:cNvSpPr>
          <p:nvPr>
            <p:ph type="subTitle" idx="2"/>
          </p:nvPr>
        </p:nvSpPr>
        <p:spPr>
          <a:xfrm>
            <a:off x="6508221" y="2239133"/>
            <a:ext cx="47328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subTitle" idx="3"/>
          </p:nvPr>
        </p:nvSpPr>
        <p:spPr>
          <a:xfrm>
            <a:off x="960000" y="4528267"/>
            <a:ext cx="47328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2" name="Google Shape;192;p20"/>
          <p:cNvSpPr txBox="1">
            <a:spLocks noGrp="1"/>
          </p:cNvSpPr>
          <p:nvPr>
            <p:ph type="subTitle" idx="4"/>
          </p:nvPr>
        </p:nvSpPr>
        <p:spPr>
          <a:xfrm>
            <a:off x="6508221" y="4528267"/>
            <a:ext cx="47328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3" name="Google Shape;193;p20"/>
          <p:cNvSpPr txBox="1">
            <a:spLocks noGrp="1"/>
          </p:cNvSpPr>
          <p:nvPr>
            <p:ph type="subTitle" idx="5"/>
          </p:nvPr>
        </p:nvSpPr>
        <p:spPr>
          <a:xfrm>
            <a:off x="960000" y="1906515"/>
            <a:ext cx="4732800" cy="5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4" name="Google Shape;194;p20"/>
          <p:cNvSpPr txBox="1">
            <a:spLocks noGrp="1"/>
          </p:cNvSpPr>
          <p:nvPr>
            <p:ph type="subTitle" idx="6"/>
          </p:nvPr>
        </p:nvSpPr>
        <p:spPr>
          <a:xfrm>
            <a:off x="960000" y="4195881"/>
            <a:ext cx="4732800" cy="5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5" name="Google Shape;195;p20"/>
          <p:cNvSpPr txBox="1">
            <a:spLocks noGrp="1"/>
          </p:cNvSpPr>
          <p:nvPr>
            <p:ph type="subTitle" idx="7"/>
          </p:nvPr>
        </p:nvSpPr>
        <p:spPr>
          <a:xfrm>
            <a:off x="6508169" y="1906515"/>
            <a:ext cx="4732800" cy="5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6" name="Google Shape;196;p20"/>
          <p:cNvSpPr txBox="1">
            <a:spLocks noGrp="1"/>
          </p:cNvSpPr>
          <p:nvPr>
            <p:ph type="subTitle" idx="8"/>
          </p:nvPr>
        </p:nvSpPr>
        <p:spPr>
          <a:xfrm>
            <a:off x="6508173" y="4195881"/>
            <a:ext cx="4732800" cy="5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97" name="Google Shape;197;p20"/>
          <p:cNvGrpSpPr/>
          <p:nvPr/>
        </p:nvGrpSpPr>
        <p:grpSpPr>
          <a:xfrm>
            <a:off x="-1" y="-6291"/>
            <a:ext cx="12192001" cy="6864276"/>
            <a:chOff x="-1" y="-4719"/>
            <a:chExt cx="9144001" cy="5148207"/>
          </a:xfrm>
        </p:grpSpPr>
        <p:pic>
          <p:nvPicPr>
            <p:cNvPr id="198" name="Google Shape;19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20"/>
          <p:cNvGrpSpPr/>
          <p:nvPr/>
        </p:nvGrpSpPr>
        <p:grpSpPr>
          <a:xfrm rot="10800000">
            <a:off x="0" y="-6292"/>
            <a:ext cx="6508231" cy="487600"/>
            <a:chOff x="4261050" y="4610675"/>
            <a:chExt cx="4881173" cy="365700"/>
          </a:xfrm>
        </p:grpSpPr>
        <p:pic>
          <p:nvPicPr>
            <p:cNvPr id="201" name="Google Shape;201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311958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ubTitle" idx="1"/>
          </p:nvPr>
        </p:nvSpPr>
        <p:spPr>
          <a:xfrm>
            <a:off x="960100" y="2243328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subTitle" idx="2"/>
          </p:nvPr>
        </p:nvSpPr>
        <p:spPr>
          <a:xfrm>
            <a:off x="4525173" y="2243328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subTitle" idx="3"/>
          </p:nvPr>
        </p:nvSpPr>
        <p:spPr>
          <a:xfrm>
            <a:off x="960100" y="4531409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subTitle" idx="4"/>
          </p:nvPr>
        </p:nvSpPr>
        <p:spPr>
          <a:xfrm>
            <a:off x="4525173" y="4531409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0" name="Google Shape;210;p21"/>
          <p:cNvSpPr txBox="1">
            <a:spLocks noGrp="1"/>
          </p:cNvSpPr>
          <p:nvPr>
            <p:ph type="subTitle" idx="5"/>
          </p:nvPr>
        </p:nvSpPr>
        <p:spPr>
          <a:xfrm>
            <a:off x="8090248" y="2243328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subTitle" idx="6"/>
          </p:nvPr>
        </p:nvSpPr>
        <p:spPr>
          <a:xfrm>
            <a:off x="8090248" y="4531409"/>
            <a:ext cx="31508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subTitle" idx="7"/>
          </p:nvPr>
        </p:nvSpPr>
        <p:spPr>
          <a:xfrm>
            <a:off x="960100" y="1901952"/>
            <a:ext cx="3150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subTitle" idx="8"/>
          </p:nvPr>
        </p:nvSpPr>
        <p:spPr>
          <a:xfrm>
            <a:off x="4527173" y="1901952"/>
            <a:ext cx="3146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4" name="Google Shape;214;p21"/>
          <p:cNvSpPr txBox="1">
            <a:spLocks noGrp="1"/>
          </p:cNvSpPr>
          <p:nvPr>
            <p:ph type="subTitle" idx="9"/>
          </p:nvPr>
        </p:nvSpPr>
        <p:spPr>
          <a:xfrm>
            <a:off x="8090248" y="1901952"/>
            <a:ext cx="3146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5" name="Google Shape;215;p21"/>
          <p:cNvSpPr txBox="1">
            <a:spLocks noGrp="1"/>
          </p:cNvSpPr>
          <p:nvPr>
            <p:ph type="subTitle" idx="13"/>
          </p:nvPr>
        </p:nvSpPr>
        <p:spPr>
          <a:xfrm>
            <a:off x="960100" y="4194048"/>
            <a:ext cx="3150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6" name="Google Shape;216;p21"/>
          <p:cNvSpPr txBox="1">
            <a:spLocks noGrp="1"/>
          </p:cNvSpPr>
          <p:nvPr>
            <p:ph type="subTitle" idx="14"/>
          </p:nvPr>
        </p:nvSpPr>
        <p:spPr>
          <a:xfrm>
            <a:off x="4525173" y="4194055"/>
            <a:ext cx="3146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7" name="Google Shape;217;p21"/>
          <p:cNvSpPr txBox="1">
            <a:spLocks noGrp="1"/>
          </p:cNvSpPr>
          <p:nvPr>
            <p:ph type="subTitle" idx="15"/>
          </p:nvPr>
        </p:nvSpPr>
        <p:spPr>
          <a:xfrm>
            <a:off x="8090248" y="4194055"/>
            <a:ext cx="3146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l="68148" b="22414"/>
          <a:stretch/>
        </p:blipFill>
        <p:spPr>
          <a:xfrm rot="10800000">
            <a:off x="11441132" y="85835"/>
            <a:ext cx="750835" cy="1397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10894968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575684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>
            <a:spLocks noGrp="1"/>
          </p:cNvSpPr>
          <p:nvPr>
            <p:ph type="title" hasCustomPrompt="1"/>
          </p:nvPr>
        </p:nvSpPr>
        <p:spPr>
          <a:xfrm>
            <a:off x="4133184" y="2726839"/>
            <a:ext cx="39256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2"/>
          <p:cNvSpPr txBox="1">
            <a:spLocks noGrp="1"/>
          </p:cNvSpPr>
          <p:nvPr>
            <p:ph type="subTitle" idx="1"/>
          </p:nvPr>
        </p:nvSpPr>
        <p:spPr>
          <a:xfrm>
            <a:off x="4133197" y="3650433"/>
            <a:ext cx="3925600" cy="4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4" name="Google Shape;224;p22"/>
          <p:cNvSpPr txBox="1">
            <a:spLocks noGrp="1"/>
          </p:cNvSpPr>
          <p:nvPr>
            <p:ph type="title" idx="2" hasCustomPrompt="1"/>
          </p:nvPr>
        </p:nvSpPr>
        <p:spPr>
          <a:xfrm>
            <a:off x="4133205" y="893251"/>
            <a:ext cx="39256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2"/>
          <p:cNvSpPr txBox="1">
            <a:spLocks noGrp="1"/>
          </p:cNvSpPr>
          <p:nvPr>
            <p:ph type="subTitle" idx="3"/>
          </p:nvPr>
        </p:nvSpPr>
        <p:spPr>
          <a:xfrm>
            <a:off x="4133205" y="1816861"/>
            <a:ext cx="3925600" cy="4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6" name="Google Shape;226;p22"/>
          <p:cNvSpPr txBox="1">
            <a:spLocks noGrp="1"/>
          </p:cNvSpPr>
          <p:nvPr>
            <p:ph type="title" idx="4" hasCustomPrompt="1"/>
          </p:nvPr>
        </p:nvSpPr>
        <p:spPr>
          <a:xfrm>
            <a:off x="4133195" y="4560423"/>
            <a:ext cx="39256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2"/>
          <p:cNvSpPr txBox="1">
            <a:spLocks noGrp="1"/>
          </p:cNvSpPr>
          <p:nvPr>
            <p:ph type="subTitle" idx="5"/>
          </p:nvPr>
        </p:nvSpPr>
        <p:spPr>
          <a:xfrm>
            <a:off x="4133208" y="5484017"/>
            <a:ext cx="3925600" cy="4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228" name="Google Shape;228;p22"/>
          <p:cNvGrpSpPr/>
          <p:nvPr/>
        </p:nvGrpSpPr>
        <p:grpSpPr>
          <a:xfrm>
            <a:off x="0" y="0"/>
            <a:ext cx="12198725" cy="6871879"/>
            <a:chOff x="0" y="0"/>
            <a:chExt cx="9149044" cy="5153909"/>
          </a:xfrm>
        </p:grpSpPr>
        <p:grpSp>
          <p:nvGrpSpPr>
            <p:cNvPr id="229" name="Google Shape;229;p22"/>
            <p:cNvGrpSpPr/>
            <p:nvPr/>
          </p:nvGrpSpPr>
          <p:grpSpPr>
            <a:xfrm>
              <a:off x="2633519" y="4796608"/>
              <a:ext cx="6515525" cy="357300"/>
              <a:chOff x="2633519" y="4796608"/>
              <a:chExt cx="6515525" cy="357300"/>
            </a:xfrm>
          </p:grpSpPr>
          <p:pic>
            <p:nvPicPr>
              <p:cNvPr id="230" name="Google Shape;230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33519" y="4796608"/>
                <a:ext cx="6515525" cy="3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" name="Google Shape;231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9407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2" name="Google Shape;232;p22"/>
            <p:cNvGrpSpPr/>
            <p:nvPr/>
          </p:nvGrpSpPr>
          <p:grpSpPr>
            <a:xfrm>
              <a:off x="0" y="0"/>
              <a:ext cx="6523526" cy="359400"/>
              <a:chOff x="0" y="0"/>
              <a:chExt cx="6523526" cy="359400"/>
            </a:xfrm>
          </p:grpSpPr>
          <p:pic>
            <p:nvPicPr>
              <p:cNvPr id="233" name="Google Shape;233;p2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" name="Google Shape;234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35" name="Google Shape;235;p22"/>
          <p:cNvPicPr preferRelativeResize="0"/>
          <p:nvPr/>
        </p:nvPicPr>
        <p:blipFill rotWithShape="1">
          <a:blip r:embed="rId6">
            <a:alphaModFix/>
          </a:blip>
          <a:srcRect t="129" b="129"/>
          <a:stretch/>
        </p:blipFill>
        <p:spPr>
          <a:xfrm rot="5400000">
            <a:off x="-170898" y="4750072"/>
            <a:ext cx="2288927" cy="17439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586091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239" name="Google Shape;239;p23"/>
          <p:cNvGrpSpPr/>
          <p:nvPr/>
        </p:nvGrpSpPr>
        <p:grpSpPr>
          <a:xfrm>
            <a:off x="0" y="0"/>
            <a:ext cx="8698035" cy="493200"/>
            <a:chOff x="0" y="0"/>
            <a:chExt cx="6523526" cy="369900"/>
          </a:xfrm>
        </p:grpSpPr>
        <p:pic>
          <p:nvPicPr>
            <p:cNvPr id="240" name="Google Shape;240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23"/>
          <p:cNvGrpSpPr/>
          <p:nvPr/>
        </p:nvGrpSpPr>
        <p:grpSpPr>
          <a:xfrm>
            <a:off x="0" y="0"/>
            <a:ext cx="12192000" cy="6858016"/>
            <a:chOff x="0" y="0"/>
            <a:chExt cx="9144000" cy="5143512"/>
          </a:xfrm>
        </p:grpSpPr>
        <p:pic>
          <p:nvPicPr>
            <p:cNvPr id="243" name="Google Shape;243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07554121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>
            <a:alphaModFix/>
          </a:blip>
          <a:srcRect l="14813" b="34262"/>
          <a:stretch/>
        </p:blipFill>
        <p:spPr>
          <a:xfrm rot="10800000">
            <a:off x="10205532" y="-54035"/>
            <a:ext cx="2008101" cy="11837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24"/>
          <p:cNvGrpSpPr/>
          <p:nvPr/>
        </p:nvGrpSpPr>
        <p:grpSpPr>
          <a:xfrm flipH="1">
            <a:off x="0" y="0"/>
            <a:ext cx="12192000" cy="6858016"/>
            <a:chOff x="0" y="0"/>
            <a:chExt cx="9144000" cy="5143512"/>
          </a:xfrm>
        </p:grpSpPr>
        <p:pic>
          <p:nvPicPr>
            <p:cNvPr id="250" name="Google Shape;250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9868493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255" name="Google Shape;255;p25"/>
          <p:cNvGrpSpPr/>
          <p:nvPr/>
        </p:nvGrpSpPr>
        <p:grpSpPr>
          <a:xfrm flipH="1">
            <a:off x="3493967" y="0"/>
            <a:ext cx="8698035" cy="493200"/>
            <a:chOff x="0" y="0"/>
            <a:chExt cx="6523526" cy="369900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8" name="Google Shape;258;p25"/>
          <p:cNvPicPr preferRelativeResize="0"/>
          <p:nvPr/>
        </p:nvPicPr>
        <p:blipFill rotWithShape="1">
          <a:blip r:embed="rId5">
            <a:alphaModFix/>
          </a:blip>
          <a:srcRect r="56111" b="41941"/>
          <a:stretch/>
        </p:blipFill>
        <p:spPr>
          <a:xfrm rot="-5400000">
            <a:off x="11100051" y="5689050"/>
            <a:ext cx="1034600" cy="10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 flipH="1">
            <a:off x="1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71503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263" name="Google Shape;263;p26"/>
          <p:cNvPicPr preferRelativeResize="0"/>
          <p:nvPr/>
        </p:nvPicPr>
        <p:blipFill rotWithShape="1">
          <a:blip r:embed="rId3">
            <a:alphaModFix/>
          </a:blip>
          <a:srcRect t="128" b="35496"/>
          <a:stretch/>
        </p:blipFill>
        <p:spPr>
          <a:xfrm>
            <a:off x="8394901" y="5725163"/>
            <a:ext cx="2288935" cy="112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6"/>
          <p:cNvGrpSpPr/>
          <p:nvPr/>
        </p:nvGrpSpPr>
        <p:grpSpPr>
          <a:xfrm>
            <a:off x="1" y="0"/>
            <a:ext cx="5052697" cy="479200"/>
            <a:chOff x="0" y="0"/>
            <a:chExt cx="3789523" cy="359400"/>
          </a:xfrm>
        </p:grpSpPr>
        <p:pic>
          <p:nvPicPr>
            <p:cNvPr id="265" name="Google Shape;265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7" name="Google Shape;26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 flipH="1">
            <a:off x="10894968" y="5560968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05316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271" name="Google Shape;271;p27"/>
          <p:cNvGrpSpPr/>
          <p:nvPr/>
        </p:nvGrpSpPr>
        <p:grpSpPr>
          <a:xfrm rot="10800000" flipH="1">
            <a:off x="6841498" y="0"/>
            <a:ext cx="5350503" cy="479200"/>
            <a:chOff x="5129348" y="4780863"/>
            <a:chExt cx="4012877" cy="359400"/>
          </a:xfrm>
        </p:grpSpPr>
        <p:pic>
          <p:nvPicPr>
            <p:cNvPr id="272" name="Google Shape;27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5129348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4" name="Google Shape;27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33" y="1"/>
            <a:ext cx="1297033" cy="1297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782075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8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278" name="Google Shape;278;p28"/>
          <p:cNvGrpSpPr/>
          <p:nvPr/>
        </p:nvGrpSpPr>
        <p:grpSpPr>
          <a:xfrm>
            <a:off x="0" y="17"/>
            <a:ext cx="12192000" cy="6857983"/>
            <a:chOff x="0" y="12"/>
            <a:chExt cx="9144000" cy="5143487"/>
          </a:xfrm>
        </p:grpSpPr>
        <p:pic>
          <p:nvPicPr>
            <p:cNvPr id="279" name="Google Shape;279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0" y="4170725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 flipH="1">
              <a:off x="8171225" y="12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28"/>
          <p:cNvGrpSpPr/>
          <p:nvPr/>
        </p:nvGrpSpPr>
        <p:grpSpPr>
          <a:xfrm rot="10800000">
            <a:off x="1" y="0"/>
            <a:ext cx="5350503" cy="479200"/>
            <a:chOff x="5129346" y="4780863"/>
            <a:chExt cx="4012877" cy="359400"/>
          </a:xfrm>
        </p:grpSpPr>
        <p:pic>
          <p:nvPicPr>
            <p:cNvPr id="282" name="Google Shape;28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5129346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260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1583772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9"/>
          <p:cNvSpPr txBox="1">
            <a:spLocks noGrp="1"/>
          </p:cNvSpPr>
          <p:nvPr>
            <p:ph type="title"/>
          </p:nvPr>
        </p:nvSpPr>
        <p:spPr>
          <a:xfrm>
            <a:off x="950969" y="720000"/>
            <a:ext cx="55352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7" name="Google Shape;287;p29"/>
          <p:cNvSpPr txBox="1">
            <a:spLocks noGrp="1"/>
          </p:cNvSpPr>
          <p:nvPr>
            <p:ph type="subTitle" idx="1"/>
          </p:nvPr>
        </p:nvSpPr>
        <p:spPr>
          <a:xfrm>
            <a:off x="950951" y="3159133"/>
            <a:ext cx="49324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88" name="Google Shape;288;p29"/>
          <p:cNvSpPr>
            <a:spLocks noGrp="1"/>
          </p:cNvSpPr>
          <p:nvPr>
            <p:ph type="pic" idx="2"/>
          </p:nvPr>
        </p:nvSpPr>
        <p:spPr>
          <a:xfrm>
            <a:off x="950967" y="719400"/>
            <a:ext cx="4096800" cy="54192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grpSp>
        <p:nvGrpSpPr>
          <p:cNvPr id="289" name="Google Shape;289;p29"/>
          <p:cNvGrpSpPr/>
          <p:nvPr/>
        </p:nvGrpSpPr>
        <p:grpSpPr>
          <a:xfrm>
            <a:off x="-9088" y="1"/>
            <a:ext cx="12201269" cy="6871884"/>
            <a:chOff x="-6816" y="0"/>
            <a:chExt cx="9150952" cy="5153913"/>
          </a:xfrm>
        </p:grpSpPr>
        <p:grpSp>
          <p:nvGrpSpPr>
            <p:cNvPr id="290" name="Google Shape;290;p29"/>
            <p:cNvGrpSpPr/>
            <p:nvPr/>
          </p:nvGrpSpPr>
          <p:grpSpPr>
            <a:xfrm flipH="1">
              <a:off x="5354613" y="0"/>
              <a:ext cx="3789523" cy="359400"/>
              <a:chOff x="0" y="0"/>
              <a:chExt cx="3789523" cy="359400"/>
            </a:xfrm>
          </p:grpSpPr>
          <p:pic>
            <p:nvPicPr>
              <p:cNvPr id="291" name="Google Shape;291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0" y="0"/>
                <a:ext cx="3789523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" name="Google Shape;292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3" name="Google Shape;293;p29"/>
            <p:cNvGrpSpPr/>
            <p:nvPr/>
          </p:nvGrpSpPr>
          <p:grpSpPr>
            <a:xfrm flipH="1">
              <a:off x="-6816" y="4765888"/>
              <a:ext cx="3785698" cy="388025"/>
              <a:chOff x="5363346" y="4765888"/>
              <a:chExt cx="3785698" cy="388025"/>
            </a:xfrm>
          </p:grpSpPr>
          <p:pic>
            <p:nvPicPr>
              <p:cNvPr id="294" name="Google Shape;294;p2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10800000">
                <a:off x="5363346" y="4765888"/>
                <a:ext cx="3785698" cy="388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" name="Google Shape;295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300206" y="49254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96" name="Google Shape;296;p29"/>
          <p:cNvGrpSpPr/>
          <p:nvPr/>
        </p:nvGrpSpPr>
        <p:grpSpPr>
          <a:xfrm>
            <a:off x="1" y="-15384"/>
            <a:ext cx="12191999" cy="6873367"/>
            <a:chOff x="0" y="-11538"/>
            <a:chExt cx="9143999" cy="5155025"/>
          </a:xfrm>
        </p:grpSpPr>
        <p:pic>
          <p:nvPicPr>
            <p:cNvPr id="297" name="Google Shape;297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0" y="-11538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8171224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29"/>
          <p:cNvSpPr txBox="1"/>
          <p:nvPr/>
        </p:nvSpPr>
        <p:spPr>
          <a:xfrm>
            <a:off x="950965" y="4723100"/>
            <a:ext cx="4567200" cy="8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3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lang="en" sz="1333" b="1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Slidesgo</a:t>
            </a:r>
            <a:r>
              <a:rPr lang="en" sz="13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 </a:t>
            </a:r>
            <a:r>
              <a:rPr lang="en" sz="1333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333" b="1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0068924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93498" y="4777004"/>
            <a:ext cx="2288927" cy="1743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1451" y="-18200"/>
            <a:ext cx="1668733" cy="16687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0" y="-18184"/>
            <a:ext cx="11838469" cy="6564824"/>
            <a:chOff x="0" y="-13638"/>
            <a:chExt cx="8878852" cy="4923618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30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3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3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426541640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11510385" y="51834"/>
            <a:ext cx="603432" cy="17439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1"/>
          <p:cNvGrpSpPr/>
          <p:nvPr/>
        </p:nvGrpSpPr>
        <p:grpSpPr>
          <a:xfrm>
            <a:off x="-35" y="-27275"/>
            <a:ext cx="1297035" cy="6883859"/>
            <a:chOff x="-26" y="-20456"/>
            <a:chExt cx="972776" cy="5162894"/>
          </a:xfrm>
        </p:grpSpPr>
        <p:pic>
          <p:nvPicPr>
            <p:cNvPr id="314" name="Google Shape;314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31"/>
          <p:cNvGrpSpPr/>
          <p:nvPr/>
        </p:nvGrpSpPr>
        <p:grpSpPr>
          <a:xfrm rot="10800000">
            <a:off x="7157485" y="6378800"/>
            <a:ext cx="5052697" cy="479200"/>
            <a:chOff x="-13638" y="0"/>
            <a:chExt cx="3789523" cy="359400"/>
          </a:xfrm>
        </p:grpSpPr>
        <p:pic>
          <p:nvPicPr>
            <p:cNvPr id="317" name="Google Shape;317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5397040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1D311-8527-4480-8C96-2F5FB233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7D8A8-C65A-4FED-B18C-8AD0898CC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588B70-D06B-4EB3-AB94-B2B553362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0B1C36-904E-4E50-9187-52CC59219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E595D5-ADC7-41BC-A743-11191A32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88538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47988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"/>
          <p:cNvSpPr txBox="1">
            <a:spLocks noGrp="1"/>
          </p:cNvSpPr>
          <p:nvPr>
            <p:ph type="title"/>
          </p:nvPr>
        </p:nvSpPr>
        <p:spPr>
          <a:xfrm>
            <a:off x="964600" y="681367"/>
            <a:ext cx="10262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4468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6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64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807113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19107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01908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93996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i/qb2iunTlVuz_kw" TargetMode="External"/><Relationship Id="rId2" Type="http://schemas.openxmlformats.org/officeDocument/2006/relationships/hyperlink" Target="https://github.com/maxikfedorov/trade-defense-platform" TargetMode="Externa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F54A5-F55E-493D-AF60-CA5E68C5B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6" y="955802"/>
            <a:ext cx="10606087" cy="932266"/>
          </a:xfrm>
        </p:spPr>
        <p:txBody>
          <a:bodyPr>
            <a:noAutofit/>
          </a:bodyPr>
          <a:lstStyle/>
          <a:p>
            <a:r>
              <a:rPr lang="ru-RU" sz="4400" dirty="0">
                <a:latin typeface="Montserrat" panose="00000500000000000000" pitchFamily="2" charset="-52"/>
                <a:cs typeface="Poppins" panose="00000500000000000000" pitchFamily="2" charset="0"/>
              </a:rPr>
              <a:t>ХАКАТОН ОТКРОЙ</a:t>
            </a:r>
            <a:r>
              <a:rPr lang="en-US" sz="4400" dirty="0">
                <a:latin typeface="Montserrat" panose="00000500000000000000" pitchFamily="2" charset="-52"/>
                <a:cs typeface="Poppins" panose="00000500000000000000" pitchFamily="2" charset="0"/>
              </a:rPr>
              <a:t>#</a:t>
            </a:r>
            <a:r>
              <a:rPr lang="ru-RU" sz="4400" dirty="0">
                <a:latin typeface="Montserrat" panose="00000500000000000000" pitchFamily="2" charset="-52"/>
                <a:cs typeface="Poppins" panose="00000500000000000000" pitchFamily="2" charset="0"/>
              </a:rPr>
              <a:t>МОСПРОМ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4A96E-DB79-411A-AD23-837314D30531}"/>
              </a:ext>
            </a:extLst>
          </p:cNvPr>
          <p:cNvSpPr txBox="1"/>
          <p:nvPr/>
        </p:nvSpPr>
        <p:spPr>
          <a:xfrm>
            <a:off x="479424" y="2153058"/>
            <a:ext cx="11233150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ru-RU" sz="1800" b="1" dirty="0">
                <a:latin typeface="Montserrat" panose="00000500000000000000" pitchFamily="2" charset="-52"/>
                <a:cs typeface="Poppins" panose="00000500000000000000" pitchFamily="2" charset="0"/>
              </a:rPr>
              <a:t>Кейс: </a:t>
            </a:r>
          </a:p>
          <a:p>
            <a:pPr algn="ctr">
              <a:spcBef>
                <a:spcPts val="600"/>
              </a:spcBef>
            </a:pPr>
            <a:r>
              <a:rPr lang="ru-RU" sz="1800" dirty="0">
                <a:latin typeface="Montserrat" panose="00000500000000000000" pitchFamily="2" charset="-52"/>
                <a:cs typeface="Poppins" panose="00000500000000000000" pitchFamily="2" charset="0"/>
              </a:rPr>
              <a:t>Разработка автоматизированной информационной системы для системной оценки эффективности мер </a:t>
            </a:r>
            <a:r>
              <a:rPr lang="ru-RU" sz="1800" b="1" dirty="0">
                <a:latin typeface="Montserrat" panose="00000500000000000000" pitchFamily="2" charset="-52"/>
                <a:cs typeface="Poppins" panose="00000500000000000000" pitchFamily="2" charset="0"/>
              </a:rPr>
              <a:t>ТТР</a:t>
            </a:r>
          </a:p>
          <a:p>
            <a:pPr algn="ctr">
              <a:spcBef>
                <a:spcPts val="600"/>
              </a:spcBef>
            </a:pPr>
            <a:endParaRPr lang="ru-RU" sz="2000" dirty="0">
              <a:latin typeface="Montserrat" panose="00000500000000000000" pitchFamily="2" charset="-52"/>
              <a:cs typeface="Poppins" panose="00000500000000000000" pitchFamily="2" charset="0"/>
            </a:endParaRPr>
          </a:p>
          <a:p>
            <a:pPr algn="ctr">
              <a:spcBef>
                <a:spcPts val="600"/>
              </a:spcBef>
            </a:pPr>
            <a:r>
              <a:rPr lang="ru-RU" sz="2000" b="1" i="0" u="none" strike="noStrike" kern="1200" dirty="0">
                <a:solidFill>
                  <a:srgbClr val="000000"/>
                </a:solidFill>
                <a:effectLst/>
                <a:latin typeface="Montserrat" panose="00000500000000000000" pitchFamily="2" charset="-52"/>
                <a:cs typeface="Poppins" panose="00000500000000000000" pitchFamily="2" charset="0"/>
              </a:rPr>
              <a:t>Команда разработки вуза РТУ МИРЭА - «</a:t>
            </a:r>
            <a:r>
              <a:rPr lang="ru-RU" sz="2000" b="1" i="0" u="none" strike="noStrike" kern="1200" dirty="0" err="1">
                <a:solidFill>
                  <a:srgbClr val="000000"/>
                </a:solidFill>
                <a:effectLst/>
                <a:latin typeface="Montserrat" panose="00000500000000000000" pitchFamily="2" charset="-52"/>
                <a:cs typeface="Poppins" panose="00000500000000000000" pitchFamily="2" charset="0"/>
              </a:rPr>
              <a:t>НейроСанитары</a:t>
            </a:r>
            <a:r>
              <a:rPr lang="ru-RU" sz="2000" b="1" dirty="0">
                <a:solidFill>
                  <a:srgbClr val="000000"/>
                </a:solidFill>
                <a:latin typeface="Montserrat" panose="00000500000000000000" pitchFamily="2" charset="-52"/>
                <a:cs typeface="Poppins" panose="00000500000000000000" pitchFamily="2" charset="0"/>
              </a:rPr>
              <a:t>»</a:t>
            </a:r>
            <a:r>
              <a:rPr lang="ru-RU" sz="2000" b="1" i="0" u="none" strike="noStrike" kern="1200" dirty="0">
                <a:solidFill>
                  <a:srgbClr val="000000"/>
                </a:solidFill>
                <a:effectLst/>
                <a:latin typeface="Montserrat" panose="00000500000000000000" pitchFamily="2" charset="-52"/>
                <a:cs typeface="Poppins" panose="00000500000000000000" pitchFamily="2" charset="0"/>
              </a:rPr>
              <a:t> </a:t>
            </a:r>
            <a:endParaRPr lang="en-US" sz="2000" dirty="0">
              <a:latin typeface="Montserrat" panose="00000500000000000000" pitchFamily="2" charset="-52"/>
              <a:cs typeface="Poppins" panose="00000500000000000000" pitchFamily="2" charset="0"/>
            </a:endParaRPr>
          </a:p>
          <a:p>
            <a:pPr algn="ctr">
              <a:spcBef>
                <a:spcPts val="600"/>
              </a:spcBef>
            </a:pPr>
            <a:r>
              <a:rPr lang="ru-RU" sz="2000" dirty="0">
                <a:latin typeface="Montserrat" panose="00000500000000000000" pitchFamily="2" charset="-52"/>
                <a:cs typeface="Poppins" panose="00000500000000000000" pitchFamily="2" charset="0"/>
              </a:rPr>
              <a:t>Фёдоров Максим </a:t>
            </a:r>
            <a:r>
              <a:rPr lang="ru-RU" sz="2000" b="1" dirty="0">
                <a:latin typeface="Montserrat" panose="00000500000000000000" pitchFamily="2" charset="-52"/>
                <a:cs typeface="Poppins" panose="00000500000000000000" pitchFamily="2" charset="0"/>
              </a:rPr>
              <a:t>(к)</a:t>
            </a:r>
          </a:p>
          <a:p>
            <a:pPr algn="ctr">
              <a:spcBef>
                <a:spcPts val="600"/>
              </a:spcBef>
            </a:pPr>
            <a:r>
              <a:rPr lang="ru-RU" sz="2000" dirty="0" err="1">
                <a:latin typeface="Montserrat" panose="00000500000000000000" pitchFamily="2" charset="-52"/>
                <a:cs typeface="Poppins" panose="00000500000000000000" pitchFamily="2" charset="0"/>
              </a:rPr>
              <a:t>Полубарьев</a:t>
            </a:r>
            <a:r>
              <a:rPr lang="ru-RU" sz="2000" dirty="0">
                <a:latin typeface="Montserrat" panose="00000500000000000000" pitchFamily="2" charset="-52"/>
                <a:cs typeface="Poppins" panose="00000500000000000000" pitchFamily="2" charset="0"/>
              </a:rPr>
              <a:t> Михаил</a:t>
            </a:r>
          </a:p>
          <a:p>
            <a:pPr algn="ctr">
              <a:spcBef>
                <a:spcPts val="600"/>
              </a:spcBef>
            </a:pPr>
            <a:r>
              <a:rPr lang="ru-RU" sz="2000" dirty="0">
                <a:latin typeface="Montserrat" panose="00000500000000000000" pitchFamily="2" charset="-52"/>
                <a:cs typeface="Poppins" panose="00000500000000000000" pitchFamily="2" charset="0"/>
              </a:rPr>
              <a:t>Фёдоров Дмитрий</a:t>
            </a:r>
          </a:p>
          <a:p>
            <a:pPr algn="ctr">
              <a:spcBef>
                <a:spcPts val="600"/>
              </a:spcBef>
            </a:pPr>
            <a:r>
              <a:rPr lang="ru-RU" sz="2000" dirty="0">
                <a:latin typeface="Montserrat" panose="00000500000000000000" pitchFamily="2" charset="-52"/>
                <a:cs typeface="Poppins" panose="00000500000000000000" pitchFamily="2" charset="0"/>
              </a:rPr>
              <a:t>Сомов Никита</a:t>
            </a:r>
          </a:p>
          <a:p>
            <a:pPr algn="ctr">
              <a:spcBef>
                <a:spcPts val="600"/>
              </a:spcBef>
            </a:pPr>
            <a:r>
              <a:rPr lang="ru-RU" sz="2000" dirty="0">
                <a:latin typeface="Montserrat" panose="00000500000000000000" pitchFamily="2" charset="-52"/>
                <a:cs typeface="Poppins" panose="00000500000000000000" pitchFamily="2" charset="0"/>
              </a:rPr>
              <a:t>Самсоненко Станислав</a:t>
            </a:r>
          </a:p>
          <a:p>
            <a:pPr algn="ctr">
              <a:spcBef>
                <a:spcPts val="600"/>
              </a:spcBef>
            </a:pPr>
            <a:endParaRPr lang="ru-RU" sz="2000" dirty="0">
              <a:latin typeface="Montserrat" panose="00000500000000000000" pitchFamily="2" charset="-52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546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C60BE-ED6D-4F76-A595-A369F4745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476250"/>
            <a:ext cx="10007502" cy="763600"/>
          </a:xfrm>
        </p:spPr>
        <p:txBody>
          <a:bodyPr/>
          <a:lstStyle/>
          <a:p>
            <a:r>
              <a:rPr lang="ru-RU" sz="3200" dirty="0">
                <a:latin typeface="Montserrat" panose="00000500000000000000" pitchFamily="2" charset="-52"/>
              </a:rPr>
              <a:t>Постановка цели и задач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4A977E-2D03-4402-BDA3-6CA2186B0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967" y="1089337"/>
            <a:ext cx="10290000" cy="5327337"/>
          </a:xfrm>
        </p:spPr>
        <p:txBody>
          <a:bodyPr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ru-RU" sz="1750" b="1" dirty="0">
                <a:latin typeface="Montserrat" panose="00000500000000000000" pitchFamily="2" charset="-52"/>
              </a:rPr>
              <a:t>Цель:</a:t>
            </a:r>
            <a:r>
              <a:rPr lang="ru-RU" sz="1750" dirty="0">
                <a:latin typeface="Montserrat" panose="00000500000000000000" pitchFamily="2" charset="-52"/>
              </a:rPr>
              <a:t> </a:t>
            </a:r>
            <a:endParaRPr lang="en-US" sz="1750" dirty="0">
              <a:latin typeface="Montserrat" panose="00000500000000000000" pitchFamily="2" charset="-52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ru-RU" sz="1750" b="0" i="0" u="none" strike="noStrike" baseline="0" dirty="0">
                <a:latin typeface="Montserrat" panose="00000500000000000000" pitchFamily="2" charset="-52"/>
              </a:rPr>
              <a:t>Разработать прототип ЕАИС, позволяющий при введении запроса в формате «наименование товара — действующий код ТН ВЭД на 6/10 знаках» получить первичный срез по возможным мерам ТТП, доступным для российских производителей данного товара.</a:t>
            </a:r>
          </a:p>
          <a:p>
            <a:pPr marL="0" indent="0" algn="l">
              <a:lnSpc>
                <a:spcPct val="160000"/>
              </a:lnSpc>
              <a:spcBef>
                <a:spcPts val="600"/>
              </a:spcBef>
              <a:buNone/>
            </a:pPr>
            <a:r>
              <a:rPr lang="ru-RU" sz="1750" b="1" dirty="0">
                <a:latin typeface="Montserrat" panose="00000500000000000000" pitchFamily="2" charset="-52"/>
              </a:rPr>
              <a:t>Задачи:</a:t>
            </a:r>
          </a:p>
          <a:p>
            <a:pPr algn="l">
              <a:lnSpc>
                <a:spcPct val="160000"/>
              </a:lnSpc>
            </a:pPr>
            <a:r>
              <a:rPr lang="ru-RU" sz="1750" dirty="0">
                <a:latin typeface="Montserrat" panose="00000500000000000000" pitchFamily="2" charset="-52"/>
              </a:rPr>
              <a:t>Анализ целевой аудитории, пользовательского опыта и других подобных сервисов</a:t>
            </a:r>
          </a:p>
          <a:p>
            <a:pPr algn="l">
              <a:lnSpc>
                <a:spcPct val="160000"/>
              </a:lnSpc>
            </a:pPr>
            <a:r>
              <a:rPr lang="ru-RU" sz="1750" dirty="0">
                <a:latin typeface="Montserrat" panose="00000500000000000000" pitchFamily="2" charset="-52"/>
              </a:rPr>
              <a:t>Создать прототип, решающий заявленные проблемы</a:t>
            </a:r>
          </a:p>
          <a:p>
            <a:pPr algn="l">
              <a:lnSpc>
                <a:spcPct val="160000"/>
              </a:lnSpc>
            </a:pPr>
            <a:r>
              <a:rPr lang="ru-RU" sz="1750" dirty="0">
                <a:latin typeface="Montserrat" panose="00000500000000000000" pitchFamily="2" charset="-52"/>
              </a:rPr>
              <a:t>Создать пользовательский интерфейс для прототипа</a:t>
            </a:r>
          </a:p>
          <a:p>
            <a:pPr algn="l">
              <a:lnSpc>
                <a:spcPct val="160000"/>
              </a:lnSpc>
            </a:pPr>
            <a:r>
              <a:rPr lang="ru-RU" sz="1750" dirty="0">
                <a:latin typeface="Montserrat" panose="00000500000000000000" pitchFamily="2" charset="-52"/>
              </a:rPr>
              <a:t>Рассчитать экономический эффект от внедрения ПО</a:t>
            </a:r>
          </a:p>
          <a:p>
            <a:pPr algn="l">
              <a:lnSpc>
                <a:spcPct val="160000"/>
              </a:lnSpc>
            </a:pPr>
            <a:r>
              <a:rPr lang="ru-RU" sz="1750" dirty="0">
                <a:latin typeface="Montserrat" panose="00000500000000000000" pitchFamily="2" charset="-52"/>
              </a:rPr>
              <a:t>Добавление в проект технологий искусственного интеллекта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94217AD-0097-484D-8292-EBFCBCD5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18562-9302-4CFF-B631-18BEBF510F82}"/>
              </a:ext>
            </a:extLst>
          </p:cNvPr>
          <p:cNvSpPr txBox="1"/>
          <p:nvPr/>
        </p:nvSpPr>
        <p:spPr>
          <a:xfrm>
            <a:off x="11461750" y="6165850"/>
            <a:ext cx="284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6917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BED27C-2580-4606-B184-EB9D31701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75063"/>
            <a:ext cx="10381970" cy="728985"/>
          </a:xfrm>
        </p:spPr>
        <p:txBody>
          <a:bodyPr/>
          <a:lstStyle/>
          <a:p>
            <a:r>
              <a:rPr lang="ru-RU" dirty="0">
                <a:latin typeface="Montserrat" panose="00000500000000000000" pitchFamily="2" charset="-52"/>
              </a:rPr>
              <a:t>ФУНКЦИОНАЛЬНОСТЬ СИСТЕМЫ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4ED43E-1FB6-4E78-8867-3B2389E9F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1107688"/>
            <a:ext cx="5212024" cy="48926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4DAE2C-E85D-46D4-9F7B-95594CA4DA4A}"/>
              </a:ext>
            </a:extLst>
          </p:cNvPr>
          <p:cNvSpPr txBox="1"/>
          <p:nvPr/>
        </p:nvSpPr>
        <p:spPr>
          <a:xfrm>
            <a:off x="1013496" y="6104003"/>
            <a:ext cx="4539813" cy="395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lang="ru-RU" sz="1400" dirty="0">
                <a:latin typeface="Montserrat" panose="00000500000000000000" pitchFamily="2" charset="-52"/>
              </a:rPr>
              <a:t>Рисунок А – Диаграмма прецедентов системы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2ED34F-D7B9-4CFC-B3A2-BFEA8691E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004048"/>
            <a:ext cx="5580064" cy="5322411"/>
          </a:xfrm>
        </p:spPr>
        <p:txBody>
          <a:bodyPr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ru-RU" sz="1450" dirty="0">
                <a:latin typeface="Montserrat" panose="00000500000000000000" pitchFamily="2" charset="-52"/>
              </a:rPr>
              <a:t>Функциональность системы построена вокруг ключевого сценария использования. Пользователь начинает работу с ввода кода ТН ВЭД интересующего его товара. После этого система запускает основной процесс обработки: она обращается к внешним справочникам и базам данных, анализирует полученную информацию и формирует ответ с рекомендуемыми мерами таможенно-тарифного регулирования. Для обеспечения прозрачности и отслеживания, все этапы обработки данных </a:t>
            </a:r>
            <a:r>
              <a:rPr lang="ru-RU" sz="1450" dirty="0" err="1">
                <a:latin typeface="Montserrat" panose="00000500000000000000" pitchFamily="2" charset="-52"/>
              </a:rPr>
              <a:t>логируются</a:t>
            </a:r>
            <a:r>
              <a:rPr lang="ru-RU" sz="1450" dirty="0">
                <a:latin typeface="Montserrat" panose="00000500000000000000" pitchFamily="2" charset="-52"/>
              </a:rPr>
              <a:t>. Конечный результат анализа возвращается пользователю через API, а также может быть сформирован в виде официального отчета, который пользователь может скачать.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FEC5767-C186-49C6-943C-47263D78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3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634CA-2D91-4C00-A50E-0E7DDDC471A7}"/>
              </a:ext>
            </a:extLst>
          </p:cNvPr>
          <p:cNvSpPr txBox="1"/>
          <p:nvPr/>
        </p:nvSpPr>
        <p:spPr>
          <a:xfrm>
            <a:off x="11461750" y="6165850"/>
            <a:ext cx="284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3</a:t>
            </a:r>
            <a:endParaRPr lang="ru-RU" b="1" dirty="0">
              <a:solidFill>
                <a:schemeClr val="tx1">
                  <a:lumMod val="50000"/>
                  <a:lumOff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33322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8E4823-A14E-48B9-89DE-408927D01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435" y="320303"/>
            <a:ext cx="10515600" cy="710639"/>
          </a:xfrm>
        </p:spPr>
        <p:txBody>
          <a:bodyPr/>
          <a:lstStyle/>
          <a:p>
            <a:r>
              <a:rPr lang="ru-RU" dirty="0">
                <a:latin typeface="Montserrat" panose="00000500000000000000" pitchFamily="2" charset="-52"/>
              </a:rPr>
              <a:t>АРХИТЕКТУРА ИНТЕЛЛЕКТУЛЬАНОЙ СИСТЕМЫ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807273-5ACD-4054-A3DB-463CB57F7BDE}"/>
              </a:ext>
            </a:extLst>
          </p:cNvPr>
          <p:cNvSpPr txBox="1"/>
          <p:nvPr/>
        </p:nvSpPr>
        <p:spPr>
          <a:xfrm>
            <a:off x="2055920" y="6142461"/>
            <a:ext cx="8413002" cy="395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lang="ru-RU" sz="1400" dirty="0">
                <a:latin typeface="Montserrat" panose="00000500000000000000" pitchFamily="2" charset="-52"/>
              </a:rPr>
              <a:t>Рисунок А – Диаграмма архитектура системы в нотации </a:t>
            </a:r>
            <a:r>
              <a:rPr lang="en-US" sz="1400" dirty="0">
                <a:latin typeface="Montserrat" panose="00000500000000000000" pitchFamily="2" charset="-52"/>
              </a:rPr>
              <a:t>C4 (</a:t>
            </a:r>
            <a:r>
              <a:rPr lang="ru-RU" sz="1400" dirty="0">
                <a:latin typeface="Montserrat" panose="00000500000000000000" pitchFamily="2" charset="-52"/>
              </a:rPr>
              <a:t>контейнерный уровень</a:t>
            </a:r>
            <a:r>
              <a:rPr lang="en-US" sz="1400" dirty="0">
                <a:latin typeface="Montserrat" panose="00000500000000000000" pitchFamily="2" charset="-52"/>
              </a:rPr>
              <a:t>)</a:t>
            </a:r>
            <a:endParaRPr lang="ru-RU" sz="1400" dirty="0">
              <a:latin typeface="Montserrat" panose="00000500000000000000" pitchFamily="2" charset="-52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ACCBD80-3CAA-42B2-BF55-BD0463D31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87" y="1158524"/>
            <a:ext cx="10381226" cy="4856354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42AECEF-32C9-4493-95DC-A2B24F1DC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4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D6131-4BAA-4DCF-87E4-031A9B1A50CE}"/>
              </a:ext>
            </a:extLst>
          </p:cNvPr>
          <p:cNvSpPr txBox="1"/>
          <p:nvPr/>
        </p:nvSpPr>
        <p:spPr>
          <a:xfrm>
            <a:off x="11461750" y="6165850"/>
            <a:ext cx="284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4</a:t>
            </a:r>
            <a:endParaRPr lang="ru-RU" b="1" dirty="0">
              <a:solidFill>
                <a:schemeClr val="tx1">
                  <a:lumMod val="50000"/>
                  <a:lumOff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83267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BF54C-DF6C-43D4-B14E-350039A24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700" y="458258"/>
            <a:ext cx="10290000" cy="763600"/>
          </a:xfrm>
        </p:spPr>
        <p:txBody>
          <a:bodyPr/>
          <a:lstStyle/>
          <a:p>
            <a:r>
              <a:rPr lang="ru-RU" dirty="0">
                <a:latin typeface="Montserrat" panose="00000500000000000000" pitchFamily="2" charset="-52"/>
              </a:rPr>
              <a:t>ВЫБОР ТЕХНОЛОГИЙ РАЗРАБОТКИ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E7D96E-D15A-49AF-B933-53EA77EB6E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45" r="10338" b="8652"/>
          <a:stretch/>
        </p:blipFill>
        <p:spPr bwMode="auto">
          <a:xfrm>
            <a:off x="442913" y="1368349"/>
            <a:ext cx="6238979" cy="455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A4C9281A-6C95-4789-9E9E-94E11B9DD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7199" y="1283449"/>
            <a:ext cx="4868863" cy="4812552"/>
          </a:xfrm>
        </p:spPr>
        <p:txBody>
          <a:bodyPr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ru-RU" sz="1150" dirty="0">
                <a:latin typeface="Montserrat" panose="00000500000000000000" pitchFamily="2" charset="-52"/>
              </a:rPr>
              <a:t>Для разработки системы был применен современный сервис-ориентированный монолитный подход . </a:t>
            </a:r>
            <a:r>
              <a:rPr lang="ru-RU" sz="1150" dirty="0" err="1">
                <a:latin typeface="Montserrat" panose="00000500000000000000" pitchFamily="2" charset="-52"/>
              </a:rPr>
              <a:t>Frontend</a:t>
            </a:r>
            <a:r>
              <a:rPr lang="ru-RU" sz="1150" dirty="0">
                <a:latin typeface="Montserrat" panose="00000500000000000000" pitchFamily="2" charset="-52"/>
              </a:rPr>
              <a:t>-часть создана на </a:t>
            </a:r>
            <a:r>
              <a:rPr lang="ru-RU" sz="1150" dirty="0" err="1">
                <a:latin typeface="Montserrat" panose="00000500000000000000" pitchFamily="2" charset="-52"/>
              </a:rPr>
              <a:t>React</a:t>
            </a:r>
            <a:r>
              <a:rPr lang="ru-RU" sz="1150" dirty="0">
                <a:latin typeface="Montserrat" panose="00000500000000000000" pitchFamily="2" charset="-52"/>
              </a:rPr>
              <a:t> с использованием </a:t>
            </a:r>
            <a:r>
              <a:rPr lang="ru-RU" sz="1150" dirty="0" err="1">
                <a:latin typeface="Montserrat" panose="00000500000000000000" pitchFamily="2" charset="-52"/>
              </a:rPr>
              <a:t>Ant</a:t>
            </a:r>
            <a:r>
              <a:rPr lang="ru-RU" sz="1150" dirty="0">
                <a:latin typeface="Montserrat" panose="00000500000000000000" pitchFamily="2" charset="-52"/>
              </a:rPr>
              <a:t> Design. В качестве основного </a:t>
            </a:r>
            <a:r>
              <a:rPr lang="ru-RU" sz="1150" dirty="0" err="1">
                <a:latin typeface="Montserrat" panose="00000500000000000000" pitchFamily="2" charset="-52"/>
              </a:rPr>
              <a:t>Backend</a:t>
            </a:r>
            <a:r>
              <a:rPr lang="ru-RU" sz="1150" dirty="0">
                <a:latin typeface="Montserrat" panose="00000500000000000000" pitchFamily="2" charset="-52"/>
              </a:rPr>
              <a:t> Gateway был выбран </a:t>
            </a:r>
            <a:r>
              <a:rPr lang="ru-RU" sz="1150" dirty="0" err="1">
                <a:latin typeface="Montserrat" panose="00000500000000000000" pitchFamily="2" charset="-52"/>
              </a:rPr>
              <a:t>Kotlin</a:t>
            </a:r>
            <a:r>
              <a:rPr lang="ru-RU" sz="1150" dirty="0">
                <a:latin typeface="Montserrat" panose="00000500000000000000" pitchFamily="2" charset="-52"/>
              </a:rPr>
              <a:t> и Spring Boot за высокую производительность, надежность и строгую типизацию, что критически важно для создания стабильных корпоративных приложений. Задачи искусственного интеллекта вынесены в отдельный сервис на Python с фреймворком </a:t>
            </a:r>
            <a:r>
              <a:rPr lang="ru-RU" sz="1150" dirty="0" err="1">
                <a:latin typeface="Montserrat" panose="00000500000000000000" pitchFamily="2" charset="-52"/>
              </a:rPr>
              <a:t>FastAPI</a:t>
            </a:r>
            <a:r>
              <a:rPr lang="ru-RU" sz="1150" dirty="0">
                <a:latin typeface="Montserrat" panose="00000500000000000000" pitchFamily="2" charset="-52"/>
              </a:rPr>
              <a:t>, который является отраслевым стандартом для работы с ML-моделями и обеспечивает легкую интеграцию с </a:t>
            </a:r>
            <a:r>
              <a:rPr lang="ru-RU" sz="1150" dirty="0" err="1">
                <a:latin typeface="Montserrat" panose="00000500000000000000" pitchFamily="2" charset="-52"/>
              </a:rPr>
              <a:t>YandexGPT</a:t>
            </a:r>
            <a:r>
              <a:rPr lang="ru-RU" sz="1150" dirty="0">
                <a:latin typeface="Montserrat" panose="00000500000000000000" pitchFamily="2" charset="-52"/>
              </a:rPr>
              <a:t> и векторными моделями. Для хранения данных используется гибридный подход: PostgreSQL для структурированной информации и </a:t>
            </a:r>
            <a:r>
              <a:rPr lang="ru-RU" sz="1150" dirty="0" err="1">
                <a:latin typeface="Montserrat" panose="00000500000000000000" pitchFamily="2" charset="-52"/>
              </a:rPr>
              <a:t>Qdrant</a:t>
            </a:r>
            <a:r>
              <a:rPr lang="ru-RU" sz="1150" dirty="0">
                <a:latin typeface="Montserrat" panose="00000500000000000000" pitchFamily="2" charset="-52"/>
              </a:rPr>
              <a:t> как векторная база данных для эффективного семантического поиска. Вся инфраструктура управляется через </a:t>
            </a:r>
            <a:r>
              <a:rPr lang="ru-RU" sz="1150" dirty="0" err="1">
                <a:latin typeface="Montserrat" panose="00000500000000000000" pitchFamily="2" charset="-52"/>
              </a:rPr>
              <a:t>Docker</a:t>
            </a:r>
            <a:r>
              <a:rPr lang="ru-RU" sz="1150" dirty="0">
                <a:latin typeface="Montserrat" panose="00000500000000000000" pitchFamily="2" charset="-52"/>
              </a:rPr>
              <a:t>, что гарантирует </a:t>
            </a:r>
            <a:r>
              <a:rPr lang="ru-RU" sz="1150" dirty="0" err="1">
                <a:latin typeface="Montserrat" panose="00000500000000000000" pitchFamily="2" charset="-52"/>
              </a:rPr>
              <a:t>консистентность</a:t>
            </a:r>
            <a:r>
              <a:rPr lang="ru-RU" sz="1150" dirty="0">
                <a:latin typeface="Montserrat" panose="00000500000000000000" pitchFamily="2" charset="-52"/>
              </a:rPr>
              <a:t> окружения и упрощает развертывание.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241AE-5B05-493D-825A-065B31C21A49}"/>
              </a:ext>
            </a:extLst>
          </p:cNvPr>
          <p:cNvSpPr txBox="1"/>
          <p:nvPr/>
        </p:nvSpPr>
        <p:spPr>
          <a:xfrm>
            <a:off x="1162262" y="6067250"/>
            <a:ext cx="5519630" cy="395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lang="ru-RU" sz="1400" dirty="0">
                <a:latin typeface="Montserrat" panose="00000500000000000000" pitchFamily="2" charset="-52"/>
              </a:rPr>
              <a:t>Рисунок А – Перечень технологий разработки системы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461F380-780F-42EB-8FB2-91FDC18D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5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1503E3-FFBE-422D-8AA1-470785242477}"/>
              </a:ext>
            </a:extLst>
          </p:cNvPr>
          <p:cNvSpPr txBox="1"/>
          <p:nvPr/>
        </p:nvSpPr>
        <p:spPr>
          <a:xfrm>
            <a:off x="11461750" y="6165850"/>
            <a:ext cx="284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5</a:t>
            </a:r>
            <a:endParaRPr lang="ru-RU" b="1" dirty="0">
              <a:solidFill>
                <a:schemeClr val="tx1">
                  <a:lumMod val="50000"/>
                  <a:lumOff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51177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22C81B-C275-4C4F-9EE4-C52635506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476250"/>
            <a:ext cx="10798054" cy="880717"/>
          </a:xfrm>
        </p:spPr>
        <p:txBody>
          <a:bodyPr/>
          <a:lstStyle/>
          <a:p>
            <a:r>
              <a:rPr lang="ru-RU" sz="2800" dirty="0">
                <a:latin typeface="Montserrat" panose="00000500000000000000" pitchFamily="2" charset="-52"/>
              </a:rPr>
              <a:t>ИСПОЛЬЗОВАНИЕ ТЕХНОЛОГИЙ ИСКУССТВЕННОГО ИНТЕЛЛЕКТА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ECAF685-1F62-4D19-B56D-92F371181A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75" b="7524"/>
          <a:stretch/>
        </p:blipFill>
        <p:spPr bwMode="auto">
          <a:xfrm>
            <a:off x="654205" y="1695666"/>
            <a:ext cx="5594844" cy="4341848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153850-E75A-4355-9658-A5E5A48779A4}"/>
              </a:ext>
            </a:extLst>
          </p:cNvPr>
          <p:cNvSpPr txBox="1"/>
          <p:nvPr/>
        </p:nvSpPr>
        <p:spPr>
          <a:xfrm>
            <a:off x="907838" y="6072398"/>
            <a:ext cx="5519630" cy="395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lang="ru-RU" sz="1400" dirty="0">
                <a:latin typeface="Montserrat" panose="00000500000000000000" pitchFamily="2" charset="-52"/>
              </a:rPr>
              <a:t>Рисунок А – Процесс работы ИИ-модуля в системе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76607C22-A617-4287-9383-30059F4D9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7199" y="1553030"/>
            <a:ext cx="4868863" cy="4812552"/>
          </a:xfrm>
        </p:spPr>
        <p:txBody>
          <a:bodyPr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ru-RU" sz="1500" dirty="0">
                <a:latin typeface="Montserrat" panose="00000500000000000000" pitchFamily="2" charset="-52"/>
              </a:rPr>
              <a:t>Архитектура ИИ-сервиса реализует паттерн RAG (</a:t>
            </a:r>
            <a:r>
              <a:rPr lang="ru-RU" sz="1500" dirty="0" err="1">
                <a:latin typeface="Montserrat" panose="00000500000000000000" pitchFamily="2" charset="-52"/>
              </a:rPr>
              <a:t>Retrieval-Augmented</a:t>
            </a:r>
            <a:r>
              <a:rPr lang="ru-RU" sz="1500" dirty="0">
                <a:latin typeface="Montserrat" panose="00000500000000000000" pitchFamily="2" charset="-52"/>
              </a:rPr>
              <a:t> Generation) для повышения точности ответов. Сначала </a:t>
            </a:r>
            <a:r>
              <a:rPr lang="ru-RU" sz="1500" dirty="0" err="1">
                <a:latin typeface="Montserrat" panose="00000500000000000000" pitchFamily="2" charset="-52"/>
              </a:rPr>
              <a:t>SentenceTransformer</a:t>
            </a:r>
            <a:r>
              <a:rPr lang="ru-RU" sz="1500" dirty="0">
                <a:latin typeface="Montserrat" panose="00000500000000000000" pitchFamily="2" charset="-52"/>
              </a:rPr>
              <a:t> векторизует аналитические данные для семантического поиска в векторной базе </a:t>
            </a:r>
            <a:r>
              <a:rPr lang="ru-RU" sz="1500" dirty="0" err="1">
                <a:latin typeface="Montserrat" panose="00000500000000000000" pitchFamily="2" charset="-52"/>
              </a:rPr>
              <a:t>Qdrant</a:t>
            </a:r>
            <a:r>
              <a:rPr lang="ru-RU" sz="1500" dirty="0">
                <a:latin typeface="Montserrat" panose="00000500000000000000" pitchFamily="2" charset="-52"/>
              </a:rPr>
              <a:t>. Найденные релевантные документы вместе с исходными данными формируют расширенный контекст. Этот контекст передается в большую языковую модель YandexGPT-5-Lite-8B, которая генерирует финальный, </a:t>
            </a:r>
            <a:r>
              <a:rPr lang="ru-RU" sz="1500" dirty="0" err="1">
                <a:latin typeface="Montserrat" panose="00000500000000000000" pitchFamily="2" charset="-52"/>
              </a:rPr>
              <a:t>фактологически</a:t>
            </a:r>
            <a:r>
              <a:rPr lang="ru-RU" sz="1500" dirty="0">
                <a:latin typeface="Montserrat" panose="00000500000000000000" pitchFamily="2" charset="-52"/>
              </a:rPr>
              <a:t> обоснованный ответ.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534A02D-7E7E-4038-8628-F26AD5EF8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6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14725-9502-429B-B0BE-4526C8FE9253}"/>
              </a:ext>
            </a:extLst>
          </p:cNvPr>
          <p:cNvSpPr txBox="1"/>
          <p:nvPr/>
        </p:nvSpPr>
        <p:spPr>
          <a:xfrm>
            <a:off x="11461750" y="6165850"/>
            <a:ext cx="284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6</a:t>
            </a:r>
            <a:endParaRPr lang="ru-RU" b="1" dirty="0">
              <a:solidFill>
                <a:schemeClr val="tx1">
                  <a:lumMod val="50000"/>
                  <a:lumOff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22274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931B6D-72C0-4DA1-A7D6-BA23E5B6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348945"/>
            <a:ext cx="10290000" cy="763600"/>
          </a:xfrm>
        </p:spPr>
        <p:txBody>
          <a:bodyPr/>
          <a:lstStyle/>
          <a:p>
            <a:r>
              <a:rPr lang="ru-RU" sz="2800" dirty="0">
                <a:latin typeface="Montserrat" panose="00000500000000000000" pitchFamily="2" charset="-52"/>
              </a:rPr>
              <a:t>КОНКУРЕНТОСПОСОБНОСТЬ И ПЕРСПЕКТИВЫ ВНЕДРЕНИЯ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C1541DC3-EF8C-4593-B836-388169589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623990"/>
              </p:ext>
            </p:extLst>
          </p:nvPr>
        </p:nvGraphicFramePr>
        <p:xfrm>
          <a:off x="635619" y="1862139"/>
          <a:ext cx="10920762" cy="41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640254">
                  <a:extLst>
                    <a:ext uri="{9D8B030D-6E8A-4147-A177-3AD203B41FA5}">
                      <a16:colId xmlns:a16="http://schemas.microsoft.com/office/drawing/2014/main" val="1336861328"/>
                    </a:ext>
                  </a:extLst>
                </a:gridCol>
                <a:gridCol w="3640254">
                  <a:extLst>
                    <a:ext uri="{9D8B030D-6E8A-4147-A177-3AD203B41FA5}">
                      <a16:colId xmlns:a16="http://schemas.microsoft.com/office/drawing/2014/main" val="2181998230"/>
                    </a:ext>
                  </a:extLst>
                </a:gridCol>
                <a:gridCol w="3640254">
                  <a:extLst>
                    <a:ext uri="{9D8B030D-6E8A-4147-A177-3AD203B41FA5}">
                      <a16:colId xmlns:a16="http://schemas.microsoft.com/office/drawing/2014/main" val="3424684261"/>
                    </a:ext>
                  </a:extLst>
                </a:gridCol>
              </a:tblGrid>
              <a:tr h="314902">
                <a:tc>
                  <a:txBody>
                    <a:bodyPr/>
                    <a:lstStyle/>
                    <a:p>
                      <a:r>
                        <a:rPr lang="ru-RU" sz="1600" b="1"/>
                        <a:t>Показатель</a:t>
                      </a:r>
                      <a:endParaRPr lang="ru-RU" sz="1600"/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 b="1"/>
                        <a:t>Значение</a:t>
                      </a:r>
                      <a:endParaRPr lang="ru-RU" sz="1600"/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 b="1"/>
                        <a:t>Комментарий</a:t>
                      </a:r>
                      <a:endParaRPr lang="ru-RU" sz="1600"/>
                    </a:p>
                  </a:txBody>
                  <a:tcPr marL="86645" marR="86645" marT="43323" marB="43323" anchor="ctr"/>
                </a:tc>
                <a:extLst>
                  <a:ext uri="{0D108BD9-81ED-4DB2-BD59-A6C34878D82A}">
                    <a16:rowId xmlns:a16="http://schemas.microsoft.com/office/drawing/2014/main" val="288996382"/>
                  </a:ext>
                </a:extLst>
              </a:tr>
              <a:tr h="553219">
                <a:tc>
                  <a:txBody>
                    <a:bodyPr/>
                    <a:lstStyle/>
                    <a:p>
                      <a:r>
                        <a:rPr lang="en-US" sz="1600" b="1" dirty="0"/>
                        <a:t>CAPEX (</a:t>
                      </a:r>
                      <a:r>
                        <a:rPr lang="ru-RU" sz="1600" b="1" dirty="0"/>
                        <a:t>Капитальные затраты)</a:t>
                      </a:r>
                      <a:endParaRPr lang="ru-RU" sz="1600" dirty="0"/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1 510 000 ₽</a:t>
                      </a:r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Разработка + оборудование + внедрение</a:t>
                      </a:r>
                    </a:p>
                  </a:txBody>
                  <a:tcPr marL="86645" marR="86645" marT="43323" marB="43323" anchor="ctr"/>
                </a:tc>
                <a:extLst>
                  <a:ext uri="{0D108BD9-81ED-4DB2-BD59-A6C34878D82A}">
                    <a16:rowId xmlns:a16="http://schemas.microsoft.com/office/drawing/2014/main" val="3315899459"/>
                  </a:ext>
                </a:extLst>
              </a:tr>
              <a:tr h="553219">
                <a:tc>
                  <a:txBody>
                    <a:bodyPr/>
                    <a:lstStyle/>
                    <a:p>
                      <a:r>
                        <a:rPr lang="en-US" sz="1600" b="1"/>
                        <a:t>OPEX (</a:t>
                      </a:r>
                      <a:r>
                        <a:rPr lang="ru-RU" sz="1600" b="1"/>
                        <a:t>годовые, оптимальный вариант)</a:t>
                      </a:r>
                      <a:endParaRPr lang="ru-RU" sz="1600"/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1 800 000 ₽/год</a:t>
                      </a:r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Собственная инфраструктура</a:t>
                      </a:r>
                    </a:p>
                  </a:txBody>
                  <a:tcPr marL="86645" marR="86645" marT="43323" marB="43323" anchor="ctr"/>
                </a:tc>
                <a:extLst>
                  <a:ext uri="{0D108BD9-81ED-4DB2-BD59-A6C34878D82A}">
                    <a16:rowId xmlns:a16="http://schemas.microsoft.com/office/drawing/2014/main" val="1381335277"/>
                  </a:ext>
                </a:extLst>
              </a:tr>
              <a:tr h="553219">
                <a:tc>
                  <a:txBody>
                    <a:bodyPr/>
                    <a:lstStyle/>
                    <a:p>
                      <a:r>
                        <a:rPr lang="en-US" sz="1600" b="1"/>
                        <a:t>OPEX (</a:t>
                      </a:r>
                      <a:r>
                        <a:rPr lang="ru-RU" sz="1600" b="1"/>
                        <a:t>годовые, облачный вариант)</a:t>
                      </a:r>
                      <a:endParaRPr lang="ru-RU" sz="1600"/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2 610 000 ₽/год</a:t>
                      </a:r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Аренда облачных мощностей</a:t>
                      </a:r>
                    </a:p>
                  </a:txBody>
                  <a:tcPr marL="86645" marR="86645" marT="43323" marB="43323" anchor="ctr"/>
                </a:tc>
                <a:extLst>
                  <a:ext uri="{0D108BD9-81ED-4DB2-BD59-A6C34878D82A}">
                    <a16:rowId xmlns:a16="http://schemas.microsoft.com/office/drawing/2014/main" val="1570023097"/>
                  </a:ext>
                </a:extLst>
              </a:tr>
              <a:tr h="553219">
                <a:tc>
                  <a:txBody>
                    <a:bodyPr/>
                    <a:lstStyle/>
                    <a:p>
                      <a:r>
                        <a:rPr lang="ru-RU" sz="1600" b="1"/>
                        <a:t>Экономия затрат (годовая)</a:t>
                      </a:r>
                      <a:endParaRPr lang="ru-RU" sz="1600"/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6 000 000 - 7 000 000 ₽</a:t>
                      </a:r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Снижение ФОТ + снижение ошибок</a:t>
                      </a:r>
                    </a:p>
                  </a:txBody>
                  <a:tcPr marL="86645" marR="86645" marT="43323" marB="43323" anchor="ctr"/>
                </a:tc>
                <a:extLst>
                  <a:ext uri="{0D108BD9-81ED-4DB2-BD59-A6C34878D82A}">
                    <a16:rowId xmlns:a16="http://schemas.microsoft.com/office/drawing/2014/main" val="2164531683"/>
                  </a:ext>
                </a:extLst>
              </a:tr>
              <a:tr h="314902">
                <a:tc>
                  <a:txBody>
                    <a:bodyPr/>
                    <a:lstStyle/>
                    <a:p>
                      <a:r>
                        <a:rPr lang="en-US" sz="1600" b="1"/>
                        <a:t>ROI (</a:t>
                      </a:r>
                      <a:r>
                        <a:rPr lang="ru-RU" sz="1600" b="1"/>
                        <a:t>первый год)</a:t>
                      </a:r>
                      <a:endParaRPr lang="ru-RU" sz="1600"/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85-100%</a:t>
                      </a:r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Высокая окупаемость</a:t>
                      </a:r>
                    </a:p>
                  </a:txBody>
                  <a:tcPr marL="86645" marR="86645" marT="43323" marB="43323" anchor="ctr"/>
                </a:tc>
                <a:extLst>
                  <a:ext uri="{0D108BD9-81ED-4DB2-BD59-A6C34878D82A}">
                    <a16:rowId xmlns:a16="http://schemas.microsoft.com/office/drawing/2014/main" val="3140761288"/>
                  </a:ext>
                </a:extLst>
              </a:tr>
              <a:tr h="314902">
                <a:tc>
                  <a:txBody>
                    <a:bodyPr/>
                    <a:lstStyle/>
                    <a:p>
                      <a:r>
                        <a:rPr lang="ru-RU" sz="1600" b="1"/>
                        <a:t>Срок окупаемости</a:t>
                      </a:r>
                      <a:endParaRPr lang="ru-RU" sz="1600"/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6-7 месяцев</a:t>
                      </a:r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Быстрая окупаемость</a:t>
                      </a:r>
                    </a:p>
                  </a:txBody>
                  <a:tcPr marL="86645" marR="86645" marT="43323" marB="43323" anchor="ctr"/>
                </a:tc>
                <a:extLst>
                  <a:ext uri="{0D108BD9-81ED-4DB2-BD59-A6C34878D82A}">
                    <a16:rowId xmlns:a16="http://schemas.microsoft.com/office/drawing/2014/main" val="3205567173"/>
                  </a:ext>
                </a:extLst>
              </a:tr>
              <a:tr h="553219">
                <a:tc>
                  <a:txBody>
                    <a:bodyPr/>
                    <a:lstStyle/>
                    <a:p>
                      <a:r>
                        <a:rPr lang="en-US" sz="1600" b="1"/>
                        <a:t>ROI (5 </a:t>
                      </a:r>
                      <a:r>
                        <a:rPr lang="ru-RU" sz="1600" b="1"/>
                        <a:t>лет)</a:t>
                      </a:r>
                      <a:endParaRPr lang="ru-RU" sz="1600"/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209%</a:t>
                      </a:r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Долгосрочная эффективность</a:t>
                      </a:r>
                    </a:p>
                  </a:txBody>
                  <a:tcPr marL="86645" marR="86645" marT="43323" marB="43323" anchor="ctr"/>
                </a:tc>
                <a:extLst>
                  <a:ext uri="{0D108BD9-81ED-4DB2-BD59-A6C34878D82A}">
                    <a16:rowId xmlns:a16="http://schemas.microsoft.com/office/drawing/2014/main" val="3650014936"/>
                  </a:ext>
                </a:extLst>
              </a:tr>
              <a:tr h="314902">
                <a:tc>
                  <a:txBody>
                    <a:bodyPr/>
                    <a:lstStyle/>
                    <a:p>
                      <a:r>
                        <a:rPr lang="ru-RU" sz="1600" b="1"/>
                        <a:t>Чистая прибыль (5 лет)</a:t>
                      </a:r>
                      <a:endParaRPr lang="ru-RU" sz="1600"/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25 390 000 ₽</a:t>
                      </a:r>
                    </a:p>
                  </a:txBody>
                  <a:tcPr marL="86645" marR="86645" marT="43323" marB="43323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Совокупный эффект</a:t>
                      </a:r>
                    </a:p>
                  </a:txBody>
                  <a:tcPr marL="86645" marR="86645" marT="43323" marB="43323" anchor="ctr"/>
                </a:tc>
                <a:extLst>
                  <a:ext uri="{0D108BD9-81ED-4DB2-BD59-A6C34878D82A}">
                    <a16:rowId xmlns:a16="http://schemas.microsoft.com/office/drawing/2014/main" val="259537165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112DF38-BF17-430E-8A6B-6C33F2B27420}"/>
              </a:ext>
            </a:extLst>
          </p:cNvPr>
          <p:cNvSpPr txBox="1"/>
          <p:nvPr/>
        </p:nvSpPr>
        <p:spPr>
          <a:xfrm>
            <a:off x="635619" y="1366583"/>
            <a:ext cx="5519630" cy="395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lang="ru-RU" sz="1400" dirty="0">
                <a:latin typeface="Montserrat" panose="00000500000000000000" pitchFamily="2" charset="-52"/>
              </a:rPr>
              <a:t>Таблица А - Сводная экономическая оценка проекта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CBCD8-8B6E-4729-98CA-E7F27930B9F4}"/>
              </a:ext>
            </a:extLst>
          </p:cNvPr>
          <p:cNvSpPr txBox="1"/>
          <p:nvPr/>
        </p:nvSpPr>
        <p:spPr>
          <a:xfrm>
            <a:off x="635619" y="6078391"/>
            <a:ext cx="8494248" cy="395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400" i="1" dirty="0">
                <a:solidFill>
                  <a:schemeClr val="bg2">
                    <a:lumMod val="75000"/>
                  </a:schemeClr>
                </a:solidFill>
                <a:latin typeface="Montserrat" panose="00000500000000000000" pitchFamily="2" charset="-52"/>
              </a:rPr>
              <a:t>*</a:t>
            </a:r>
            <a:r>
              <a:rPr lang="ru-RU" sz="1400" i="1" dirty="0">
                <a:solidFill>
                  <a:schemeClr val="bg2">
                    <a:lumMod val="75000"/>
                  </a:schemeClr>
                </a:solidFill>
                <a:latin typeface="Montserrat" panose="00000500000000000000" pitchFamily="2" charset="-52"/>
              </a:rPr>
              <a:t>Подробнее с расчетом можно ознакомиться в репозитории проекта (</a:t>
            </a:r>
            <a:r>
              <a:rPr lang="en-US" sz="1400" i="1" dirty="0">
                <a:solidFill>
                  <a:schemeClr val="bg2">
                    <a:lumMod val="75000"/>
                  </a:schemeClr>
                </a:solidFill>
                <a:latin typeface="Montserrat" panose="00000500000000000000" pitchFamily="2" charset="-52"/>
              </a:rPr>
              <a:t>ECONOM.md</a:t>
            </a:r>
            <a:r>
              <a:rPr lang="ru-RU" sz="1400" i="1" dirty="0">
                <a:solidFill>
                  <a:schemeClr val="bg2">
                    <a:lumMod val="75000"/>
                  </a:schemeClr>
                </a:solidFill>
                <a:latin typeface="Montserrat" panose="00000500000000000000" pitchFamily="2" charset="-52"/>
              </a:rPr>
              <a:t>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150E5EA-75E7-43C1-A266-4883E5F20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7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D8E39-D386-4E15-90A4-996C406431B1}"/>
              </a:ext>
            </a:extLst>
          </p:cNvPr>
          <p:cNvSpPr txBox="1"/>
          <p:nvPr/>
        </p:nvSpPr>
        <p:spPr>
          <a:xfrm>
            <a:off x="11461750" y="6165850"/>
            <a:ext cx="284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7</a:t>
            </a:r>
            <a:endParaRPr lang="ru-RU" b="1" dirty="0">
              <a:solidFill>
                <a:schemeClr val="tx1">
                  <a:lumMod val="50000"/>
                  <a:lumOff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9124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F2346-EEDA-4DC2-A417-67F2655E3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408878"/>
            <a:ext cx="7348537" cy="791322"/>
          </a:xfrm>
        </p:spPr>
        <p:txBody>
          <a:bodyPr/>
          <a:lstStyle/>
          <a:p>
            <a:r>
              <a:rPr lang="ru-RU" dirty="0">
                <a:latin typeface="Montserrat" panose="00000500000000000000" pitchFamily="2" charset="-52"/>
              </a:rPr>
              <a:t>ДЕМОНСТРАЦИЯ</a:t>
            </a:r>
            <a:r>
              <a:rPr lang="en-US" dirty="0">
                <a:latin typeface="Montserrat" panose="00000500000000000000" pitchFamily="2" charset="-52"/>
              </a:rPr>
              <a:t> </a:t>
            </a:r>
            <a:r>
              <a:rPr lang="ru-RU" dirty="0">
                <a:latin typeface="Montserrat" panose="00000500000000000000" pitchFamily="2" charset="-52"/>
              </a:rPr>
              <a:t>СИСТЕМЫ (ч. 1)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A23F995-6EE3-40A4-B415-3B1331BD8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1516567"/>
            <a:ext cx="5434486" cy="3824868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CC07A6A-1EFA-472B-84D0-676F0AA8A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684" y="1532272"/>
            <a:ext cx="5627403" cy="3809163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E79043-47A9-419E-92EB-B66AD3B351C7}"/>
              </a:ext>
            </a:extLst>
          </p:cNvPr>
          <p:cNvSpPr txBox="1"/>
          <p:nvPr/>
        </p:nvSpPr>
        <p:spPr>
          <a:xfrm>
            <a:off x="734329" y="5485173"/>
            <a:ext cx="4851653" cy="395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lang="ru-RU" sz="1400" dirty="0">
                <a:latin typeface="Montserrat" panose="00000500000000000000" pitchFamily="2" charset="-52"/>
              </a:rPr>
              <a:t>Рисунок А – Скриншот работы системы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84C426-6A7C-4EFC-A758-3AF5696C30D2}"/>
              </a:ext>
            </a:extLst>
          </p:cNvPr>
          <p:cNvSpPr txBox="1"/>
          <p:nvPr/>
        </p:nvSpPr>
        <p:spPr>
          <a:xfrm>
            <a:off x="6769150" y="5485173"/>
            <a:ext cx="4332470" cy="395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lang="ru-RU" sz="1400" dirty="0">
                <a:latin typeface="Montserrat" panose="00000500000000000000" pitchFamily="2" charset="-52"/>
              </a:rPr>
              <a:t>Рисунок Б – Скриншот работы системы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2D9FAB1-C29C-4F76-BB3A-C680DC2A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8</a:t>
            </a:fld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F2CB8D-21B8-41D6-8394-7095BC2B1233}"/>
              </a:ext>
            </a:extLst>
          </p:cNvPr>
          <p:cNvSpPr txBox="1"/>
          <p:nvPr/>
        </p:nvSpPr>
        <p:spPr>
          <a:xfrm>
            <a:off x="11461750" y="6165850"/>
            <a:ext cx="284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8</a:t>
            </a:r>
            <a:endParaRPr lang="ru-RU" b="1" dirty="0">
              <a:solidFill>
                <a:schemeClr val="tx1">
                  <a:lumMod val="50000"/>
                  <a:lumOff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63834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F2346-EEDA-4DC2-A417-67F2655E3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408878"/>
            <a:ext cx="6777037" cy="791322"/>
          </a:xfrm>
        </p:spPr>
        <p:txBody>
          <a:bodyPr/>
          <a:lstStyle/>
          <a:p>
            <a:r>
              <a:rPr lang="ru-RU" dirty="0">
                <a:latin typeface="Montserrat" panose="00000500000000000000" pitchFamily="2" charset="-52"/>
              </a:rPr>
              <a:t>ДЕМОНСТРАЦИЯ</a:t>
            </a:r>
            <a:r>
              <a:rPr lang="en-US" dirty="0">
                <a:latin typeface="Montserrat" panose="00000500000000000000" pitchFamily="2" charset="-52"/>
              </a:rPr>
              <a:t> </a:t>
            </a:r>
            <a:r>
              <a:rPr lang="ru-RU" dirty="0">
                <a:latin typeface="Montserrat" panose="00000500000000000000" pitchFamily="2" charset="-52"/>
              </a:rPr>
              <a:t>СИСТЕМЫ</a:t>
            </a:r>
            <a:r>
              <a:rPr lang="en-US" dirty="0">
                <a:latin typeface="Montserrat" panose="00000500000000000000" pitchFamily="2" charset="-52"/>
              </a:rPr>
              <a:t> (</a:t>
            </a:r>
            <a:r>
              <a:rPr lang="ru-RU" dirty="0">
                <a:latin typeface="Montserrat" panose="00000500000000000000" pitchFamily="2" charset="-52"/>
              </a:rPr>
              <a:t>ч. 2</a:t>
            </a:r>
            <a:r>
              <a:rPr lang="en-US" dirty="0">
                <a:latin typeface="Montserrat" panose="00000500000000000000" pitchFamily="2" charset="-52"/>
              </a:rPr>
              <a:t>)</a:t>
            </a:r>
            <a:endParaRPr lang="ru-RU" dirty="0">
              <a:latin typeface="Montserrat" panose="000005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D4C79F-D23B-4493-A4AA-EE79DE46B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1665249"/>
            <a:ext cx="5446208" cy="3876189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6BF617-C07E-4FC6-8964-4DEAFCCAF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668" y="1665250"/>
            <a:ext cx="5463396" cy="387619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558015-806E-44CE-8F5A-5DD76E0C6D47}"/>
              </a:ext>
            </a:extLst>
          </p:cNvPr>
          <p:cNvSpPr txBox="1"/>
          <p:nvPr/>
        </p:nvSpPr>
        <p:spPr>
          <a:xfrm>
            <a:off x="740190" y="5682791"/>
            <a:ext cx="4851653" cy="395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lang="ru-RU" sz="1400" dirty="0">
                <a:latin typeface="Montserrat" panose="00000500000000000000" pitchFamily="2" charset="-52"/>
              </a:rPr>
              <a:t>Рисунок А – Скриншот работы системы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EDDE19-03CB-4C01-A58F-F066A9552679}"/>
              </a:ext>
            </a:extLst>
          </p:cNvPr>
          <p:cNvSpPr txBox="1"/>
          <p:nvPr/>
        </p:nvSpPr>
        <p:spPr>
          <a:xfrm>
            <a:off x="6778131" y="5682791"/>
            <a:ext cx="4332470" cy="395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lang="ru-RU" sz="1400" dirty="0">
                <a:latin typeface="Montserrat" panose="00000500000000000000" pitchFamily="2" charset="-52"/>
              </a:rPr>
              <a:t>Рисунок Б – Скриншот работы системы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6E4A561-453C-48AF-BC02-0C172F497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9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B22284-1056-4800-9954-B6EBC9835FF8}"/>
              </a:ext>
            </a:extLst>
          </p:cNvPr>
          <p:cNvSpPr txBox="1"/>
          <p:nvPr/>
        </p:nvSpPr>
        <p:spPr>
          <a:xfrm>
            <a:off x="11461750" y="6165850"/>
            <a:ext cx="284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9</a:t>
            </a:r>
            <a:endParaRPr lang="ru-RU" b="1" dirty="0">
              <a:solidFill>
                <a:schemeClr val="tx1">
                  <a:lumMod val="50000"/>
                  <a:lumOff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61012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5379AB-0FDE-461E-B2B9-F0EA9A883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644" y="500556"/>
            <a:ext cx="10661104" cy="739933"/>
          </a:xfrm>
        </p:spPr>
        <p:txBody>
          <a:bodyPr/>
          <a:lstStyle/>
          <a:p>
            <a:r>
              <a:rPr lang="ru-RU" dirty="0">
                <a:latin typeface="Montserrat" panose="00000500000000000000" pitchFamily="2" charset="-52"/>
              </a:rPr>
              <a:t>ИТОГИ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FEC388-B7DD-46CD-B2C8-6E9FDB999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54" y="1048215"/>
            <a:ext cx="7915394" cy="5216944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ru-RU" sz="1600" dirty="0">
                <a:latin typeface="Montserrat" panose="00000500000000000000" pitchFamily="2" charset="-52"/>
              </a:rPr>
              <a:t>Реализована автоматизированная система анализа мер таможенно-тарифного регулирования с AI-компонентами</a:t>
            </a:r>
            <a:r>
              <a:rPr lang="en-US" sz="1600" dirty="0">
                <a:latin typeface="Montserrat" panose="00000500000000000000" pitchFamily="2" charset="-52"/>
              </a:rPr>
              <a:t>:</a:t>
            </a:r>
            <a:endParaRPr lang="ru-RU" sz="1600" dirty="0">
              <a:latin typeface="Montserrat" panose="00000500000000000000" pitchFamily="2" charset="-52"/>
            </a:endParaRPr>
          </a:p>
          <a:p>
            <a:pPr marL="0" indent="44608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600" dirty="0">
                <a:latin typeface="Montserrat" panose="00000500000000000000" pitchFamily="2" charset="-52"/>
              </a:rPr>
              <a:t>Алгоритм расчета 6 типов тарифных мер + нетарифные меры</a:t>
            </a:r>
          </a:p>
          <a:p>
            <a:pPr marL="0" indent="44608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600" dirty="0">
                <a:latin typeface="Montserrat" panose="00000500000000000000" pitchFamily="2" charset="-52"/>
              </a:rPr>
              <a:t>RAG-система с векторным поиском по нормативной базе (</a:t>
            </a:r>
            <a:r>
              <a:rPr lang="en-US" sz="1600" dirty="0" err="1">
                <a:latin typeface="Montserrat" panose="00000500000000000000" pitchFamily="2" charset="-52"/>
              </a:rPr>
              <a:t>deepvl</a:t>
            </a:r>
            <a:r>
              <a:rPr lang="en-US" sz="1600" dirty="0">
                <a:latin typeface="Montserrat" panose="00000500000000000000" pitchFamily="2" charset="-52"/>
              </a:rPr>
              <a:t>/user-bge-3 + </a:t>
            </a:r>
            <a:r>
              <a:rPr lang="ru-RU" sz="1600" dirty="0" err="1">
                <a:latin typeface="Montserrat" panose="00000500000000000000" pitchFamily="2" charset="-52"/>
              </a:rPr>
              <a:t>Qdrant</a:t>
            </a:r>
            <a:r>
              <a:rPr lang="ru-RU" sz="1600" dirty="0">
                <a:latin typeface="Montserrat" panose="00000500000000000000" pitchFamily="2" charset="-52"/>
              </a:rPr>
              <a:t>)</a:t>
            </a:r>
          </a:p>
          <a:p>
            <a:pPr marL="0" indent="44608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600" dirty="0">
                <a:latin typeface="Montserrat" panose="00000500000000000000" pitchFamily="2" charset="-52"/>
              </a:rPr>
              <a:t>Локальная LLM (YandexGPT-5-Lite-8B) для генерации экспертных заключений</a:t>
            </a:r>
          </a:p>
          <a:p>
            <a:pPr marL="0" indent="44608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600" dirty="0">
                <a:latin typeface="Montserrat" panose="00000500000000000000" pitchFamily="2" charset="-52"/>
              </a:rPr>
              <a:t>Интерактивные </a:t>
            </a:r>
            <a:r>
              <a:rPr lang="ru-RU" sz="1600" dirty="0" err="1">
                <a:latin typeface="Montserrat" panose="00000500000000000000" pitchFamily="2" charset="-52"/>
              </a:rPr>
              <a:t>дашборды</a:t>
            </a:r>
            <a:r>
              <a:rPr lang="ru-RU" sz="1600" dirty="0">
                <a:latin typeface="Montserrat" panose="00000500000000000000" pitchFamily="2" charset="-52"/>
              </a:rPr>
              <a:t>: динамика импорта, география поставок, анализ цен</a:t>
            </a:r>
          </a:p>
          <a:p>
            <a:pPr marL="0" indent="44608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600" dirty="0">
                <a:latin typeface="Montserrat" panose="00000500000000000000" pitchFamily="2" charset="-52"/>
              </a:rPr>
              <a:t>Автоматический расчет метрик (доля НС, рост импорта, СКЦ)</a:t>
            </a:r>
          </a:p>
          <a:p>
            <a:pPr marL="0" indent="44608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600" dirty="0">
                <a:latin typeface="Montserrat" panose="00000500000000000000" pitchFamily="2" charset="-52"/>
              </a:rPr>
              <a:t>Экспорт аналитических отчетов в PDF</a:t>
            </a:r>
          </a:p>
          <a:p>
            <a:pPr marL="0" indent="44608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600" dirty="0">
                <a:latin typeface="Montserrat" panose="00000500000000000000" pitchFamily="2" charset="-52"/>
              </a:rPr>
              <a:t>Полная контейнеризация через </a:t>
            </a:r>
            <a:r>
              <a:rPr lang="ru-RU" sz="1600" dirty="0" err="1">
                <a:latin typeface="Montserrat" panose="00000500000000000000" pitchFamily="2" charset="-52"/>
              </a:rPr>
              <a:t>Docker</a:t>
            </a:r>
            <a:r>
              <a:rPr lang="ru-RU" sz="1600" dirty="0">
                <a:latin typeface="Montserrat" panose="00000500000000000000" pitchFamily="2" charset="-52"/>
              </a:rPr>
              <a:t> </a:t>
            </a:r>
            <a:r>
              <a:rPr lang="ru-RU" sz="1600" dirty="0" err="1">
                <a:latin typeface="Montserrat" panose="00000500000000000000" pitchFamily="2" charset="-52"/>
              </a:rPr>
              <a:t>Compose</a:t>
            </a:r>
            <a:r>
              <a:rPr lang="ru-RU" sz="1600" dirty="0">
                <a:latin typeface="Montserrat" panose="00000500000000000000" pitchFamily="2" charset="-52"/>
              </a:rPr>
              <a:t> (PostgreSQL + </a:t>
            </a:r>
            <a:r>
              <a:rPr lang="ru-RU" sz="1600" dirty="0" err="1">
                <a:latin typeface="Montserrat" panose="00000500000000000000" pitchFamily="2" charset="-52"/>
              </a:rPr>
              <a:t>Qdrant</a:t>
            </a:r>
            <a:r>
              <a:rPr lang="ru-RU" sz="1600" dirty="0">
                <a:latin typeface="Montserrat" panose="00000500000000000000" pitchFamily="2" charset="-52"/>
              </a:rPr>
              <a:t> + </a:t>
            </a:r>
            <a:r>
              <a:rPr lang="en-US" sz="1600" dirty="0">
                <a:latin typeface="Montserrat" panose="00000500000000000000" pitchFamily="2" charset="-52"/>
              </a:rPr>
              <a:t>Kotlin/</a:t>
            </a:r>
            <a:r>
              <a:rPr lang="en-US" sz="1600" dirty="0" err="1">
                <a:latin typeface="Montserrat" panose="00000500000000000000" pitchFamily="2" charset="-52"/>
              </a:rPr>
              <a:t>Sping</a:t>
            </a:r>
            <a:r>
              <a:rPr lang="en-US" sz="1600" dirty="0">
                <a:latin typeface="Montserrat" panose="00000500000000000000" pitchFamily="2" charset="-52"/>
              </a:rPr>
              <a:t> +</a:t>
            </a:r>
            <a:r>
              <a:rPr lang="ru-RU" sz="1600" dirty="0">
                <a:latin typeface="Montserrat" panose="00000500000000000000" pitchFamily="2" charset="-52"/>
              </a:rPr>
              <a:t> </a:t>
            </a:r>
            <a:r>
              <a:rPr lang="ru-RU" sz="1600" dirty="0" err="1">
                <a:latin typeface="Montserrat" panose="00000500000000000000" pitchFamily="2" charset="-52"/>
              </a:rPr>
              <a:t>FastAPI</a:t>
            </a:r>
            <a:r>
              <a:rPr lang="ru-RU" sz="1600" dirty="0">
                <a:latin typeface="Montserrat" panose="00000500000000000000" pitchFamily="2" charset="-52"/>
              </a:rPr>
              <a:t> + </a:t>
            </a:r>
            <a:r>
              <a:rPr lang="ru-RU" sz="1600" dirty="0" err="1">
                <a:latin typeface="Montserrat" panose="00000500000000000000" pitchFamily="2" charset="-52"/>
              </a:rPr>
              <a:t>React</a:t>
            </a:r>
            <a:r>
              <a:rPr lang="ru-RU" sz="1600" dirty="0">
                <a:latin typeface="Montserrat" panose="00000500000000000000" pitchFamily="2" charset="-52"/>
              </a:rPr>
              <a:t>)</a:t>
            </a:r>
          </a:p>
          <a:p>
            <a:pPr marL="0" indent="44608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600" dirty="0">
                <a:latin typeface="Montserrat" panose="00000500000000000000" pitchFamily="2" charset="-52"/>
              </a:rPr>
              <a:t>Веб-интерфейс на </a:t>
            </a:r>
            <a:r>
              <a:rPr lang="ru-RU" sz="1600" dirty="0" err="1">
                <a:latin typeface="Montserrat" panose="00000500000000000000" pitchFamily="2" charset="-52"/>
              </a:rPr>
              <a:t>React</a:t>
            </a:r>
            <a:r>
              <a:rPr lang="ru-RU" sz="1600" dirty="0">
                <a:latin typeface="Montserrat" panose="00000500000000000000" pitchFamily="2" charset="-52"/>
              </a:rPr>
              <a:t> 19 + </a:t>
            </a:r>
            <a:r>
              <a:rPr lang="ru-RU" sz="1600" dirty="0" err="1">
                <a:latin typeface="Montserrat" panose="00000500000000000000" pitchFamily="2" charset="-52"/>
              </a:rPr>
              <a:t>Ant</a:t>
            </a:r>
            <a:r>
              <a:rPr lang="ru-RU" sz="1600" dirty="0">
                <a:latin typeface="Montserrat" panose="00000500000000000000" pitchFamily="2" charset="-52"/>
              </a:rPr>
              <a:t> Design 5</a:t>
            </a:r>
            <a:endParaRPr lang="en-US" sz="1600" dirty="0">
              <a:latin typeface="Montserrat" panose="00000500000000000000" pitchFamily="2" charset="-5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ru-RU" sz="1600" dirty="0">
                <a:latin typeface="Montserrat" panose="00000500000000000000" pitchFamily="2" charset="-52"/>
              </a:rPr>
              <a:t>🔗 Ресурсы</a:t>
            </a:r>
            <a:endParaRPr lang="en-US" sz="1600" dirty="0">
              <a:latin typeface="Montserrat" panose="00000500000000000000" pitchFamily="2" charset="-5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600" dirty="0">
                <a:latin typeface="Montserrat" panose="00000500000000000000" pitchFamily="2" charset="-52"/>
              </a:rPr>
              <a:t>Код: </a:t>
            </a:r>
            <a:r>
              <a:rPr lang="en-US" sz="1600" dirty="0">
                <a:latin typeface="Montserrat" panose="00000500000000000000" pitchFamily="2" charset="-52"/>
                <a:hlinkClick r:id="rId2"/>
              </a:rPr>
              <a:t>https://github.com/maxikfedorov/trade-defense-platform</a:t>
            </a:r>
            <a:endParaRPr lang="ru-RU" sz="1600" dirty="0">
              <a:latin typeface="Montserrat" panose="00000500000000000000" pitchFamily="2" charset="-5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600" dirty="0">
                <a:latin typeface="Montserrat" panose="00000500000000000000" pitchFamily="2" charset="-52"/>
              </a:rPr>
              <a:t>Демо: </a:t>
            </a:r>
            <a:r>
              <a:rPr lang="en-US" sz="1600" dirty="0">
                <a:latin typeface="Montserrat" panose="00000500000000000000" pitchFamily="2" charset="-52"/>
                <a:hlinkClick r:id="rId3"/>
              </a:rPr>
              <a:t>https://disk.yandex.ru/i/qb2iunTlVuz_kw</a:t>
            </a:r>
            <a:endParaRPr lang="en-US" sz="1600" dirty="0">
              <a:latin typeface="Montserrat" panose="00000500000000000000" pitchFamily="2" charset="-52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1600" dirty="0">
              <a:latin typeface="Montserrat" panose="00000500000000000000" pitchFamily="2" charset="-52"/>
            </a:endParaRPr>
          </a:p>
          <a:p>
            <a:pPr marL="0" indent="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ru-RU" sz="1600" dirty="0">
              <a:latin typeface="Montserrat" panose="000005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2BC075-42FC-46C8-BAFE-C09EC3187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3297" y="476250"/>
            <a:ext cx="3032766" cy="226841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4C5E68E-23DE-4B28-9635-3D3790BC29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0059" y="2744661"/>
            <a:ext cx="3385453" cy="3804993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CE4EB7-A1EA-4C66-80C9-732E9B4F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D48B-7F78-436B-A11D-1DB119AA003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492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2F7A5-321D-4713-97ED-DD026F79E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761325"/>
            <a:ext cx="11233150" cy="1201075"/>
          </a:xfrm>
        </p:spPr>
        <p:txBody>
          <a:bodyPr/>
          <a:lstStyle/>
          <a:p>
            <a:pPr algn="ctr"/>
            <a:r>
              <a:rPr lang="ru-RU" sz="4800" dirty="0">
                <a:latin typeface="Montserrat" panose="00000500000000000000" pitchFamily="2" charset="-52"/>
              </a:rPr>
              <a:t>СПАСИБО ЗА ВНИМАНИЕ</a:t>
            </a:r>
            <a:r>
              <a:rPr lang="en-US" sz="4800" dirty="0">
                <a:latin typeface="Montserrat" panose="00000500000000000000" pitchFamily="2" charset="-52"/>
              </a:rPr>
              <a:t>!</a:t>
            </a:r>
            <a:endParaRPr lang="ru-RU" sz="48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760535779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470</TotalTime>
  <Words>728</Words>
  <Application>Microsoft Office PowerPoint</Application>
  <PresentationFormat>Широкоэкранный</PresentationFormat>
  <Paragraphs>97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11</vt:i4>
      </vt:variant>
    </vt:vector>
  </HeadingPairs>
  <TitlesOfParts>
    <vt:vector size="24" baseType="lpstr">
      <vt:lpstr>Arial</vt:lpstr>
      <vt:lpstr>Calibri</vt:lpstr>
      <vt:lpstr>Montserrat</vt:lpstr>
      <vt:lpstr>Nunito Light</vt:lpstr>
      <vt:lpstr>Poppins</vt:lpstr>
      <vt:lpstr>Proxima Nova</vt:lpstr>
      <vt:lpstr>Proxima Nova Semibold</vt:lpstr>
      <vt:lpstr>PT Sans</vt:lpstr>
      <vt:lpstr>Wingdings</vt:lpstr>
      <vt:lpstr>Industrial Preliminary Project by Slidesgo</vt:lpstr>
      <vt:lpstr>Slidesgo Final Pages</vt:lpstr>
      <vt:lpstr>1_Industrial Preliminary Project by Slidesgo</vt:lpstr>
      <vt:lpstr>1_Slidesgo Final Pages</vt:lpstr>
      <vt:lpstr>ХАКАТОН ОТКРОЙ#МОСПРОМ</vt:lpstr>
      <vt:lpstr>Постановка цели и задач</vt:lpstr>
      <vt:lpstr>ФУНКЦИОНАЛЬНОСТЬ СИСТЕМЫ</vt:lpstr>
      <vt:lpstr>АРХИТЕКТУРА ИНТЕЛЛЕКТУЛЬАНОЙ СИСТЕМЫ</vt:lpstr>
      <vt:lpstr>ВЫБОР ТЕХНОЛОГИЙ РАЗРАБОТКИ</vt:lpstr>
      <vt:lpstr>ИСПОЛЬЗОВАНИЕ ТЕХНОЛОГИЙ ИСКУССТВЕННОГО ИНТЕЛЛЕКТА</vt:lpstr>
      <vt:lpstr>КОНКУРЕНТОСПОСОБНОСТЬ И ПЕРСПЕКТИВЫ ВНЕДРЕНИЯ</vt:lpstr>
      <vt:lpstr>ДЕМОНСТРАЦИЯ СИСТЕМЫ (ч. 1)</vt:lpstr>
      <vt:lpstr>ДЕМОНСТРАЦИЯ СИСТЕМЫ (ч. 2)</vt:lpstr>
      <vt:lpstr>ИТОГИ РАЗРАБОТКИ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Никита Сомов</dc:creator>
  <cp:lastModifiedBy>Максим</cp:lastModifiedBy>
  <cp:revision>60</cp:revision>
  <dcterms:created xsi:type="dcterms:W3CDTF">2025-10-18T16:31:43Z</dcterms:created>
  <dcterms:modified xsi:type="dcterms:W3CDTF">2025-10-19T01:24:08Z</dcterms:modified>
</cp:coreProperties>
</file>